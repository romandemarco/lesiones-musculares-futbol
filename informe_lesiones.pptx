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3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theme/theme5.xml" ContentType="application/vnd.openxmlformats-officedocument.theme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74" r:id="rId2"/>
    <p:sldMasterId id="2147483690" r:id="rId3"/>
    <p:sldMasterId id="2147483722" r:id="rId4"/>
    <p:sldMasterId id="2147483725" r:id="rId5"/>
    <p:sldMasterId id="2147483759" r:id="rId6"/>
  </p:sldMasterIdLst>
  <p:sldIdLst>
    <p:sldId id="256" r:id="rId7"/>
    <p:sldId id="257" r:id="rId8"/>
    <p:sldId id="258" r:id="rId9"/>
    <p:sldId id="259" r:id="rId10"/>
    <p:sldId id="261" r:id="rId11"/>
    <p:sldId id="271" r:id="rId12"/>
    <p:sldId id="260" r:id="rId13"/>
    <p:sldId id="262" r:id="rId14"/>
    <p:sldId id="273" r:id="rId15"/>
    <p:sldId id="263" r:id="rId16"/>
    <p:sldId id="274" r:id="rId17"/>
    <p:sldId id="275" r:id="rId18"/>
    <p:sldId id="272" r:id="rId19"/>
    <p:sldId id="264" r:id="rId20"/>
    <p:sldId id="265" r:id="rId21"/>
    <p:sldId id="268" r:id="rId22"/>
    <p:sldId id="269" r:id="rId23"/>
    <p:sldId id="270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9" autoAdjust="0"/>
    <p:restoredTop sz="94660"/>
  </p:normalViewPr>
  <p:slideViewPr>
    <p:cSldViewPr snapToGrid="0">
      <p:cViewPr varScale="1">
        <p:scale>
          <a:sx n="80" d="100"/>
          <a:sy n="80" d="100"/>
        </p:scale>
        <p:origin x="7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man Demarco" userId="ec239ea09191a7ad" providerId="LiveId" clId="{1B6ADC7D-D6FA-47EC-9E28-BC6DA0B3FAAD}"/>
    <pc:docChg chg="undo redo custSel modSld">
      <pc:chgData name="Roman Demarco" userId="ec239ea09191a7ad" providerId="LiveId" clId="{1B6ADC7D-D6FA-47EC-9E28-BC6DA0B3FAAD}" dt="2026-09-18T22:12:40.587" v="441" actId="20577"/>
      <pc:docMkLst>
        <pc:docMk/>
      </pc:docMkLst>
      <pc:sldChg chg="modSp mod">
        <pc:chgData name="Roman Demarco" userId="ec239ea09191a7ad" providerId="LiveId" clId="{1B6ADC7D-D6FA-47EC-9E28-BC6DA0B3FAAD}" dt="2026-09-18T22:04:58.072" v="389" actId="14100"/>
        <pc:sldMkLst>
          <pc:docMk/>
          <pc:sldMk cId="563903756" sldId="262"/>
        </pc:sldMkLst>
        <pc:spChg chg="mod">
          <ac:chgData name="Roman Demarco" userId="ec239ea09191a7ad" providerId="LiveId" clId="{1B6ADC7D-D6FA-47EC-9E28-BC6DA0B3FAAD}" dt="2026-09-18T22:04:58.072" v="389" actId="14100"/>
          <ac:spMkLst>
            <pc:docMk/>
            <pc:sldMk cId="563903756" sldId="262"/>
            <ac:spMk id="3" creationId="{9A9728AF-D749-4A4A-894F-7483E854F2B5}"/>
          </ac:spMkLst>
        </pc:spChg>
        <pc:spChg chg="mod">
          <ac:chgData name="Roman Demarco" userId="ec239ea09191a7ad" providerId="LiveId" clId="{1B6ADC7D-D6FA-47EC-9E28-BC6DA0B3FAAD}" dt="2026-09-18T22:00:23.062" v="150" actId="20577"/>
          <ac:spMkLst>
            <pc:docMk/>
            <pc:sldMk cId="563903756" sldId="262"/>
            <ac:spMk id="8" creationId="{2072CF02-94F6-4836-9959-0499E8FD56EF}"/>
          </ac:spMkLst>
        </pc:spChg>
      </pc:sldChg>
      <pc:sldChg chg="addSp delSp modSp mod">
        <pc:chgData name="Roman Demarco" userId="ec239ea09191a7ad" providerId="LiveId" clId="{1B6ADC7D-D6FA-47EC-9E28-BC6DA0B3FAAD}" dt="2026-09-18T22:12:40.587" v="441" actId="20577"/>
        <pc:sldMkLst>
          <pc:docMk/>
          <pc:sldMk cId="3693154092" sldId="273"/>
        </pc:sldMkLst>
        <pc:spChg chg="mod">
          <ac:chgData name="Roman Demarco" userId="ec239ea09191a7ad" providerId="LiveId" clId="{1B6ADC7D-D6FA-47EC-9E28-BC6DA0B3FAAD}" dt="2026-09-18T22:05:36.940" v="412" actId="20577"/>
          <ac:spMkLst>
            <pc:docMk/>
            <pc:sldMk cId="3693154092" sldId="273"/>
            <ac:spMk id="2" creationId="{FC78210A-B748-443B-9C4D-4FCC9C7E3EF3}"/>
          </ac:spMkLst>
        </pc:spChg>
        <pc:spChg chg="mod">
          <ac:chgData name="Roman Demarco" userId="ec239ea09191a7ad" providerId="LiveId" clId="{1B6ADC7D-D6FA-47EC-9E28-BC6DA0B3FAAD}" dt="2026-09-18T22:12:40.587" v="441" actId="20577"/>
          <ac:spMkLst>
            <pc:docMk/>
            <pc:sldMk cId="3693154092" sldId="273"/>
            <ac:spMk id="3" creationId="{EBDE0B4D-C927-4AB3-885E-A8AE5E4840BA}"/>
          </ac:spMkLst>
        </pc:spChg>
        <pc:picChg chg="add del mod">
          <ac:chgData name="Roman Demarco" userId="ec239ea09191a7ad" providerId="LiveId" clId="{1B6ADC7D-D6FA-47EC-9E28-BC6DA0B3FAAD}" dt="2026-09-18T22:06:38.803" v="419" actId="478"/>
          <ac:picMkLst>
            <pc:docMk/>
            <pc:sldMk cId="3693154092" sldId="273"/>
            <ac:picMk id="4" creationId="{B0191B81-154B-4A9D-9CB5-7D939C93C76B}"/>
          </ac:picMkLst>
        </pc:picChg>
        <pc:picChg chg="mod">
          <ac:chgData name="Roman Demarco" userId="ec239ea09191a7ad" providerId="LiveId" clId="{1B6ADC7D-D6FA-47EC-9E28-BC6DA0B3FAAD}" dt="2026-09-18T22:06:53.851" v="427" actId="1076"/>
          <ac:picMkLst>
            <pc:docMk/>
            <pc:sldMk cId="3693154092" sldId="273"/>
            <ac:picMk id="1026" creationId="{34610514-E1D3-4049-A7AE-0282F1B2D032}"/>
          </ac:picMkLst>
        </pc:picChg>
        <pc:picChg chg="add mod">
          <ac:chgData name="Roman Demarco" userId="ec239ea09191a7ad" providerId="LiveId" clId="{1B6ADC7D-D6FA-47EC-9E28-BC6DA0B3FAAD}" dt="2026-09-18T22:06:52.543" v="426" actId="1076"/>
          <ac:picMkLst>
            <pc:docMk/>
            <pc:sldMk cId="3693154092" sldId="273"/>
            <ac:picMk id="1028" creationId="{D088F103-8701-492D-BBEF-5A9A52FD0FDE}"/>
          </ac:picMkLst>
        </pc:picChg>
      </pc:sldChg>
    </pc:docChg>
  </pc:docChgLst>
  <pc:docChgLst>
    <pc:chgData name="Roman Demarco" userId="ec239ea09191a7ad" providerId="LiveId" clId="{EA601DBD-5995-484A-A688-08277575B004}"/>
    <pc:docChg chg="undo redo custSel addSld delSld modSld sldOrd modMainMaster">
      <pc:chgData name="Roman Demarco" userId="ec239ea09191a7ad" providerId="LiveId" clId="{EA601DBD-5995-484A-A688-08277575B004}" dt="2026-09-16T16:27:53.211" v="3720" actId="20577"/>
      <pc:docMkLst>
        <pc:docMk/>
      </pc:docMkLst>
      <pc:sldChg chg="addSp delSp modSp new mod">
        <pc:chgData name="Roman Demarco" userId="ec239ea09191a7ad" providerId="LiveId" clId="{EA601DBD-5995-484A-A688-08277575B004}" dt="2026-09-13T18:58:41.688" v="2505" actId="1035"/>
        <pc:sldMkLst>
          <pc:docMk/>
          <pc:sldMk cId="1001863454" sldId="256"/>
        </pc:sldMkLst>
        <pc:spChg chg="mod">
          <ac:chgData name="Roman Demarco" userId="ec239ea09191a7ad" providerId="LiveId" clId="{EA601DBD-5995-484A-A688-08277575B004}" dt="2026-09-13T16:40:11.705" v="1589" actId="2711"/>
          <ac:spMkLst>
            <pc:docMk/>
            <pc:sldMk cId="1001863454" sldId="256"/>
            <ac:spMk id="2" creationId="{603A4670-38FA-4439-AD90-4CB337197698}"/>
          </ac:spMkLst>
        </pc:spChg>
        <pc:spChg chg="mod">
          <ac:chgData name="Roman Demarco" userId="ec239ea09191a7ad" providerId="LiveId" clId="{EA601DBD-5995-484A-A688-08277575B004}" dt="2026-09-13T18:58:41.688" v="2505" actId="1035"/>
          <ac:spMkLst>
            <pc:docMk/>
            <pc:sldMk cId="1001863454" sldId="256"/>
            <ac:spMk id="3" creationId="{71A8A8E1-1228-41C5-81A6-B2B18DE24C95}"/>
          </ac:spMkLst>
        </pc:spChg>
        <pc:spChg chg="add mod">
          <ac:chgData name="Roman Demarco" userId="ec239ea09191a7ad" providerId="LiveId" clId="{EA601DBD-5995-484A-A688-08277575B004}" dt="2026-09-13T16:40:36.588" v="1590" actId="2711"/>
          <ac:spMkLst>
            <pc:docMk/>
            <pc:sldMk cId="1001863454" sldId="256"/>
            <ac:spMk id="6" creationId="{BEFCEB88-5A27-4378-8EE1-1EF29EE6662F}"/>
          </ac:spMkLst>
        </pc:spChg>
        <pc:picChg chg="add del mod">
          <ac:chgData name="Roman Demarco" userId="ec239ea09191a7ad" providerId="LiveId" clId="{EA601DBD-5995-484A-A688-08277575B004}" dt="2026-09-13T16:33:44.147" v="1558" actId="478"/>
          <ac:picMkLst>
            <pc:docMk/>
            <pc:sldMk cId="1001863454" sldId="256"/>
            <ac:picMk id="5" creationId="{84BBA84C-3E9F-4219-80AE-A89DB86B549A}"/>
          </ac:picMkLst>
        </pc:picChg>
        <pc:picChg chg="add del mod">
          <ac:chgData name="Roman Demarco" userId="ec239ea09191a7ad" providerId="LiveId" clId="{EA601DBD-5995-484A-A688-08277575B004}" dt="2026-09-13T16:31:34.824" v="1556" actId="931"/>
          <ac:picMkLst>
            <pc:docMk/>
            <pc:sldMk cId="1001863454" sldId="256"/>
            <ac:picMk id="7" creationId="{00F34ACE-239B-49A0-AB1A-543074098772}"/>
          </ac:picMkLst>
        </pc:picChg>
        <pc:picChg chg="add mod">
          <ac:chgData name="Roman Demarco" userId="ec239ea09191a7ad" providerId="LiveId" clId="{EA601DBD-5995-484A-A688-08277575B004}" dt="2026-09-13T16:33:49.652" v="1559" actId="1076"/>
          <ac:picMkLst>
            <pc:docMk/>
            <pc:sldMk cId="1001863454" sldId="256"/>
            <ac:picMk id="9" creationId="{639C4C4D-B051-4ADC-A4DA-BC91C7DF1469}"/>
          </ac:picMkLst>
        </pc:picChg>
        <pc:picChg chg="add del">
          <ac:chgData name="Roman Demarco" userId="ec239ea09191a7ad" providerId="LiveId" clId="{EA601DBD-5995-484A-A688-08277575B004}" dt="2026-09-13T16:31:14.630" v="1554"/>
          <ac:picMkLst>
            <pc:docMk/>
            <pc:sldMk cId="1001863454" sldId="256"/>
            <ac:picMk id="1026" creationId="{FD703D58-203D-4BB1-BE7C-90E245EF9F1B}"/>
          </ac:picMkLst>
        </pc:picChg>
      </pc:sldChg>
      <pc:sldChg chg="addSp delSp modSp new mod">
        <pc:chgData name="Roman Demarco" userId="ec239ea09191a7ad" providerId="LiveId" clId="{EA601DBD-5995-484A-A688-08277575B004}" dt="2026-09-13T18:37:35.001" v="2264" actId="113"/>
        <pc:sldMkLst>
          <pc:docMk/>
          <pc:sldMk cId="537520192" sldId="257"/>
        </pc:sldMkLst>
        <pc:spChg chg="mod">
          <ac:chgData name="Roman Demarco" userId="ec239ea09191a7ad" providerId="LiveId" clId="{EA601DBD-5995-484A-A688-08277575B004}" dt="2026-09-13T16:43:03.477" v="1613" actId="1076"/>
          <ac:spMkLst>
            <pc:docMk/>
            <pc:sldMk cId="537520192" sldId="257"/>
            <ac:spMk id="2" creationId="{0C9F8141-CC9B-444C-A30D-C62F0C83E025}"/>
          </ac:spMkLst>
        </pc:spChg>
        <pc:spChg chg="add mod">
          <ac:chgData name="Roman Demarco" userId="ec239ea09191a7ad" providerId="LiveId" clId="{EA601DBD-5995-484A-A688-08277575B004}" dt="2026-09-13T16:44:05.824" v="1632" actId="1076"/>
          <ac:spMkLst>
            <pc:docMk/>
            <pc:sldMk cId="537520192" sldId="257"/>
            <ac:spMk id="3" creationId="{59F45755-46ED-4D08-A666-462A064F9CB2}"/>
          </ac:spMkLst>
        </pc:spChg>
        <pc:spChg chg="del">
          <ac:chgData name="Roman Demarco" userId="ec239ea09191a7ad" providerId="LiveId" clId="{EA601DBD-5995-484A-A688-08277575B004}" dt="2026-09-12T01:58:24.140" v="111" actId="478"/>
          <ac:spMkLst>
            <pc:docMk/>
            <pc:sldMk cId="537520192" sldId="257"/>
            <ac:spMk id="3" creationId="{E5C0D376-D8E8-4FCE-A0EE-72A5CED80697}"/>
          </ac:spMkLst>
        </pc:spChg>
        <pc:spChg chg="add del mod">
          <ac:chgData name="Roman Demarco" userId="ec239ea09191a7ad" providerId="LiveId" clId="{EA601DBD-5995-484A-A688-08277575B004}" dt="2026-09-12T01:59:40.169" v="119" actId="478"/>
          <ac:spMkLst>
            <pc:docMk/>
            <pc:sldMk cId="537520192" sldId="257"/>
            <ac:spMk id="4" creationId="{E81FA626-A3AD-40F2-96FC-CF15B9E109DB}"/>
          </ac:spMkLst>
        </pc:spChg>
        <pc:spChg chg="add del">
          <ac:chgData name="Roman Demarco" userId="ec239ea09191a7ad" providerId="LiveId" clId="{EA601DBD-5995-484A-A688-08277575B004}" dt="2026-09-12T01:59:40.169" v="119" actId="478"/>
          <ac:spMkLst>
            <pc:docMk/>
            <pc:sldMk cId="537520192" sldId="257"/>
            <ac:spMk id="5" creationId="{A20F9CD3-1FAF-4591-903A-7EC47C9D2EF8}"/>
          </ac:spMkLst>
        </pc:spChg>
        <pc:spChg chg="add del mod">
          <ac:chgData name="Roman Demarco" userId="ec239ea09191a7ad" providerId="LiveId" clId="{EA601DBD-5995-484A-A688-08277575B004}" dt="2026-09-13T18:37:35.001" v="2264" actId="113"/>
          <ac:spMkLst>
            <pc:docMk/>
            <pc:sldMk cId="537520192" sldId="257"/>
            <ac:spMk id="6" creationId="{A0F09C73-D4E3-4E22-87C1-953B3ECAE7E0}"/>
          </ac:spMkLst>
        </pc:spChg>
        <pc:spChg chg="add del mod">
          <ac:chgData name="Roman Demarco" userId="ec239ea09191a7ad" providerId="LiveId" clId="{EA601DBD-5995-484A-A688-08277575B004}" dt="2026-09-12T02:00:10.744" v="209"/>
          <ac:spMkLst>
            <pc:docMk/>
            <pc:sldMk cId="537520192" sldId="257"/>
            <ac:spMk id="7" creationId="{F983B723-42B4-4301-BD1C-35815B749FED}"/>
          </ac:spMkLst>
        </pc:spChg>
        <pc:spChg chg="add del">
          <ac:chgData name="Roman Demarco" userId="ec239ea09191a7ad" providerId="LiveId" clId="{EA601DBD-5995-484A-A688-08277575B004}" dt="2026-09-12T02:00:22.972" v="213"/>
          <ac:spMkLst>
            <pc:docMk/>
            <pc:sldMk cId="537520192" sldId="257"/>
            <ac:spMk id="8" creationId="{71B106E9-AABB-4FDB-86FF-65C8C23669F6}"/>
          </ac:spMkLst>
        </pc:spChg>
      </pc:sldChg>
      <pc:sldChg chg="addSp modSp new mod setBg">
        <pc:chgData name="Roman Demarco" userId="ec239ea09191a7ad" providerId="LiveId" clId="{EA601DBD-5995-484A-A688-08277575B004}" dt="2026-09-13T18:37:08.947" v="2261" actId="1076"/>
        <pc:sldMkLst>
          <pc:docMk/>
          <pc:sldMk cId="154291569" sldId="258"/>
        </pc:sldMkLst>
        <pc:spChg chg="mod">
          <ac:chgData name="Roman Demarco" userId="ec239ea09191a7ad" providerId="LiveId" clId="{EA601DBD-5995-484A-A688-08277575B004}" dt="2026-09-13T16:46:09.325" v="1635" actId="1076"/>
          <ac:spMkLst>
            <pc:docMk/>
            <pc:sldMk cId="154291569" sldId="258"/>
            <ac:spMk id="2" creationId="{4B57A055-4197-45A0-B7B7-31AC210A5CF0}"/>
          </ac:spMkLst>
        </pc:spChg>
        <pc:spChg chg="mod">
          <ac:chgData name="Roman Demarco" userId="ec239ea09191a7ad" providerId="LiveId" clId="{EA601DBD-5995-484A-A688-08277575B004}" dt="2026-09-13T18:37:08.947" v="2261" actId="1076"/>
          <ac:spMkLst>
            <pc:docMk/>
            <pc:sldMk cId="154291569" sldId="258"/>
            <ac:spMk id="3" creationId="{28E7E18D-4A3B-4660-ADC9-17F90E1725C8}"/>
          </ac:spMkLst>
        </pc:spChg>
        <pc:spChg chg="add mod">
          <ac:chgData name="Roman Demarco" userId="ec239ea09191a7ad" providerId="LiveId" clId="{EA601DBD-5995-484A-A688-08277575B004}" dt="2026-09-13T16:43:59.274" v="1631" actId="1076"/>
          <ac:spMkLst>
            <pc:docMk/>
            <pc:sldMk cId="154291569" sldId="258"/>
            <ac:spMk id="5" creationId="{084BCEAC-D750-4A7F-8248-86B4DC535885}"/>
          </ac:spMkLst>
        </pc:spChg>
        <pc:graphicFrameChg chg="add mod modGraphic">
          <ac:chgData name="Roman Demarco" userId="ec239ea09191a7ad" providerId="LiveId" clId="{EA601DBD-5995-484A-A688-08277575B004}" dt="2026-09-13T18:35:58.113" v="2250" actId="1076"/>
          <ac:graphicFrameMkLst>
            <pc:docMk/>
            <pc:sldMk cId="154291569" sldId="258"/>
            <ac:graphicFrameMk id="4" creationId="{C23B9497-9EC8-4634-A96F-AE0C7E3A00C5}"/>
          </ac:graphicFrameMkLst>
        </pc:graphicFrameChg>
      </pc:sldChg>
      <pc:sldChg chg="addSp delSp modSp new mod">
        <pc:chgData name="Roman Demarco" userId="ec239ea09191a7ad" providerId="LiveId" clId="{EA601DBD-5995-484A-A688-08277575B004}" dt="2026-09-14T17:56:48.336" v="2830" actId="14734"/>
        <pc:sldMkLst>
          <pc:docMk/>
          <pc:sldMk cId="3604309957" sldId="259"/>
        </pc:sldMkLst>
        <pc:spChg chg="mod">
          <ac:chgData name="Roman Demarco" userId="ec239ea09191a7ad" providerId="LiveId" clId="{EA601DBD-5995-484A-A688-08277575B004}" dt="2026-09-13T17:27:26.090" v="1660" actId="255"/>
          <ac:spMkLst>
            <pc:docMk/>
            <pc:sldMk cId="3604309957" sldId="259"/>
            <ac:spMk id="2" creationId="{1E1A11DA-2F1A-451E-8D7A-9C3912F5044D}"/>
          </ac:spMkLst>
        </pc:spChg>
        <pc:spChg chg="del mod">
          <ac:chgData name="Roman Demarco" userId="ec239ea09191a7ad" providerId="LiveId" clId="{EA601DBD-5995-484A-A688-08277575B004}" dt="2026-09-13T17:31:38.909" v="1683" actId="478"/>
          <ac:spMkLst>
            <pc:docMk/>
            <pc:sldMk cId="3604309957" sldId="259"/>
            <ac:spMk id="3" creationId="{8465CD26-1C8F-40BF-8247-213B27B4B6AD}"/>
          </ac:spMkLst>
        </pc:spChg>
        <pc:spChg chg="add mod">
          <ac:chgData name="Roman Demarco" userId="ec239ea09191a7ad" providerId="LiveId" clId="{EA601DBD-5995-484A-A688-08277575B004}" dt="2026-09-13T18:38:01.298" v="2269" actId="108"/>
          <ac:spMkLst>
            <pc:docMk/>
            <pc:sldMk cId="3604309957" sldId="259"/>
            <ac:spMk id="4" creationId="{CF6143F3-9979-4669-92EE-72247B5C07ED}"/>
          </ac:spMkLst>
        </pc:spChg>
        <pc:spChg chg="add mod">
          <ac:chgData name="Roman Demarco" userId="ec239ea09191a7ad" providerId="LiveId" clId="{EA601DBD-5995-484A-A688-08277575B004}" dt="2026-09-13T16:47:04.387" v="1656" actId="20577"/>
          <ac:spMkLst>
            <pc:docMk/>
            <pc:sldMk cId="3604309957" sldId="259"/>
            <ac:spMk id="5" creationId="{800300D5-1688-46B1-A6DE-5FC173077B9A}"/>
          </ac:spMkLst>
        </pc:spChg>
        <pc:graphicFrameChg chg="add del mod modGraphic">
          <ac:chgData name="Roman Demarco" userId="ec239ea09191a7ad" providerId="LiveId" clId="{EA601DBD-5995-484A-A688-08277575B004}" dt="2026-09-12T17:02:14.869" v="688" actId="21"/>
          <ac:graphicFrameMkLst>
            <pc:docMk/>
            <pc:sldMk cId="3604309957" sldId="259"/>
            <ac:graphicFrameMk id="4" creationId="{D15E8C0E-690E-46B8-B78A-18A8FCE6ADA4}"/>
          </ac:graphicFrameMkLst>
        </pc:graphicFrameChg>
        <pc:graphicFrameChg chg="add del mod">
          <ac:chgData name="Roman Demarco" userId="ec239ea09191a7ad" providerId="LiveId" clId="{EA601DBD-5995-484A-A688-08277575B004}" dt="2026-09-12T16:59:24.217" v="649"/>
          <ac:graphicFrameMkLst>
            <pc:docMk/>
            <pc:sldMk cId="3604309957" sldId="259"/>
            <ac:graphicFrameMk id="5" creationId="{5AA4E9B7-014F-4395-8A7C-8BDA1FD8CBF2}"/>
          </ac:graphicFrameMkLst>
        </pc:graphicFrameChg>
        <pc:graphicFrameChg chg="add del mod">
          <ac:chgData name="Roman Demarco" userId="ec239ea09191a7ad" providerId="LiveId" clId="{EA601DBD-5995-484A-A688-08277575B004}" dt="2026-09-12T17:00:35.498" v="655"/>
          <ac:graphicFrameMkLst>
            <pc:docMk/>
            <pc:sldMk cId="3604309957" sldId="259"/>
            <ac:graphicFrameMk id="6" creationId="{3AC0E26E-42DB-4B1A-8589-9217D685FF67}"/>
          </ac:graphicFrameMkLst>
        </pc:graphicFrameChg>
        <pc:graphicFrameChg chg="add del mod">
          <ac:chgData name="Roman Demarco" userId="ec239ea09191a7ad" providerId="LiveId" clId="{EA601DBD-5995-484A-A688-08277575B004}" dt="2026-09-12T17:01:07.141" v="658"/>
          <ac:graphicFrameMkLst>
            <pc:docMk/>
            <pc:sldMk cId="3604309957" sldId="259"/>
            <ac:graphicFrameMk id="7" creationId="{9E0DBAAF-85FC-40D2-8257-BDC099924B95}"/>
          </ac:graphicFrameMkLst>
        </pc:graphicFrameChg>
        <pc:graphicFrameChg chg="add del mod modGraphic">
          <ac:chgData name="Roman Demarco" userId="ec239ea09191a7ad" providerId="LiveId" clId="{EA601DBD-5995-484A-A688-08277575B004}" dt="2026-09-12T17:01:19.513" v="675"/>
          <ac:graphicFrameMkLst>
            <pc:docMk/>
            <pc:sldMk cId="3604309957" sldId="259"/>
            <ac:graphicFrameMk id="8" creationId="{30882A5E-77E4-48A0-B0DE-7A6B4FE2DD98}"/>
          </ac:graphicFrameMkLst>
        </pc:graphicFrameChg>
        <pc:graphicFrameChg chg="add mod modGraphic">
          <ac:chgData name="Roman Demarco" userId="ec239ea09191a7ad" providerId="LiveId" clId="{EA601DBD-5995-484A-A688-08277575B004}" dt="2026-09-14T17:56:48.336" v="2830" actId="14734"/>
          <ac:graphicFrameMkLst>
            <pc:docMk/>
            <pc:sldMk cId="3604309957" sldId="259"/>
            <ac:graphicFrameMk id="9" creationId="{728FED2A-051E-4DD8-9012-0B9F472D072F}"/>
          </ac:graphicFrameMkLst>
        </pc:graphicFrameChg>
      </pc:sldChg>
      <pc:sldChg chg="addSp delSp modSp new mod">
        <pc:chgData name="Roman Demarco" userId="ec239ea09191a7ad" providerId="LiveId" clId="{EA601DBD-5995-484A-A688-08277575B004}" dt="2026-09-14T18:07:58.507" v="2990" actId="1076"/>
        <pc:sldMkLst>
          <pc:docMk/>
          <pc:sldMk cId="540770821" sldId="260"/>
        </pc:sldMkLst>
        <pc:spChg chg="mod">
          <ac:chgData name="Roman Demarco" userId="ec239ea09191a7ad" providerId="LiveId" clId="{EA601DBD-5995-484A-A688-08277575B004}" dt="2026-09-14T17:57:42.194" v="2842" actId="1035"/>
          <ac:spMkLst>
            <pc:docMk/>
            <pc:sldMk cId="540770821" sldId="260"/>
            <ac:spMk id="2" creationId="{FC78210A-B748-443B-9C4D-4FCC9C7E3EF3}"/>
          </ac:spMkLst>
        </pc:spChg>
        <pc:spChg chg="mod">
          <ac:chgData name="Roman Demarco" userId="ec239ea09191a7ad" providerId="LiveId" clId="{EA601DBD-5995-484A-A688-08277575B004}" dt="2026-09-13T18:39:28.772" v="2285" actId="1076"/>
          <ac:spMkLst>
            <pc:docMk/>
            <pc:sldMk cId="540770821" sldId="260"/>
            <ac:spMk id="3" creationId="{EBDE0B4D-C927-4AB3-885E-A8AE5E4840BA}"/>
          </ac:spMkLst>
        </pc:spChg>
        <pc:spChg chg="add mod">
          <ac:chgData name="Roman Demarco" userId="ec239ea09191a7ad" providerId="LiveId" clId="{EA601DBD-5995-484A-A688-08277575B004}" dt="2026-09-14T18:07:58.507" v="2990" actId="1076"/>
          <ac:spMkLst>
            <pc:docMk/>
            <pc:sldMk cId="540770821" sldId="260"/>
            <ac:spMk id="5" creationId="{0153564F-C7A5-4630-85C1-D62A1BC355E0}"/>
          </ac:spMkLst>
        </pc:spChg>
        <pc:spChg chg="add del mod">
          <ac:chgData name="Roman Demarco" userId="ec239ea09191a7ad" providerId="LiveId" clId="{EA601DBD-5995-484A-A688-08277575B004}" dt="2026-09-13T17:45:25.100" v="1839"/>
          <ac:spMkLst>
            <pc:docMk/>
            <pc:sldMk cId="540770821" sldId="260"/>
            <ac:spMk id="5" creationId="{D2A8E1A4-99B4-443E-B2EE-B113850E19F8}"/>
          </ac:spMkLst>
        </pc:spChg>
        <pc:spChg chg="add mod">
          <ac:chgData name="Roman Demarco" userId="ec239ea09191a7ad" providerId="LiveId" clId="{EA601DBD-5995-484A-A688-08277575B004}" dt="2026-09-13T17:45:20.480" v="1837" actId="1076"/>
          <ac:spMkLst>
            <pc:docMk/>
            <pc:sldMk cId="540770821" sldId="260"/>
            <ac:spMk id="6" creationId="{606CD34F-1230-46E3-9483-4A61B5231EF5}"/>
          </ac:spMkLst>
        </pc:spChg>
        <pc:graphicFrameChg chg="add mod modGraphic">
          <ac:chgData name="Roman Demarco" userId="ec239ea09191a7ad" providerId="LiveId" clId="{EA601DBD-5995-484A-A688-08277575B004}" dt="2026-09-14T17:57:37.395" v="2838" actId="14734"/>
          <ac:graphicFrameMkLst>
            <pc:docMk/>
            <pc:sldMk cId="540770821" sldId="260"/>
            <ac:graphicFrameMk id="4" creationId="{AA010CF6-D4A8-4E75-8EF5-9BCB58DC988B}"/>
          </ac:graphicFrameMkLst>
        </pc:graphicFrameChg>
      </pc:sldChg>
      <pc:sldChg chg="addSp delSp modSp new mod">
        <pc:chgData name="Roman Demarco" userId="ec239ea09191a7ad" providerId="LiveId" clId="{EA601DBD-5995-484A-A688-08277575B004}" dt="2026-09-14T18:05:57.364" v="2934" actId="1076"/>
        <pc:sldMkLst>
          <pc:docMk/>
          <pc:sldMk cId="2574705981" sldId="261"/>
        </pc:sldMkLst>
        <pc:spChg chg="del mod">
          <ac:chgData name="Roman Demarco" userId="ec239ea09191a7ad" providerId="LiveId" clId="{EA601DBD-5995-484A-A688-08277575B004}" dt="2026-09-12T17:11:05.226" v="775" actId="478"/>
          <ac:spMkLst>
            <pc:docMk/>
            <pc:sldMk cId="2574705981" sldId="261"/>
            <ac:spMk id="2" creationId="{09ECB85D-C52D-4CD7-89D0-C3A069366EB2}"/>
          </ac:spMkLst>
        </pc:spChg>
        <pc:spChg chg="mod">
          <ac:chgData name="Roman Demarco" userId="ec239ea09191a7ad" providerId="LiveId" clId="{EA601DBD-5995-484A-A688-08277575B004}" dt="2026-09-14T18:05:57.364" v="2934" actId="1076"/>
          <ac:spMkLst>
            <pc:docMk/>
            <pc:sldMk cId="2574705981" sldId="261"/>
            <ac:spMk id="3" creationId="{6FD16F2F-51AB-4645-BD6D-E7184418C7A2}"/>
          </ac:spMkLst>
        </pc:spChg>
        <pc:spChg chg="add del mod">
          <ac:chgData name="Roman Demarco" userId="ec239ea09191a7ad" providerId="LiveId" clId="{EA601DBD-5995-484A-A688-08277575B004}" dt="2026-09-12T17:14:11.302" v="815" actId="478"/>
          <ac:spMkLst>
            <pc:docMk/>
            <pc:sldMk cId="2574705981" sldId="261"/>
            <ac:spMk id="6" creationId="{128BD385-EBBC-4FAE-9751-451C3AFD629C}"/>
          </ac:spMkLst>
        </pc:spChg>
        <pc:spChg chg="add mod">
          <ac:chgData name="Roman Demarco" userId="ec239ea09191a7ad" providerId="LiveId" clId="{EA601DBD-5995-484A-A688-08277575B004}" dt="2026-09-13T17:36:43.455" v="1715" actId="20577"/>
          <ac:spMkLst>
            <pc:docMk/>
            <pc:sldMk cId="2574705981" sldId="261"/>
            <ac:spMk id="6" creationId="{F20394E7-F17F-4E91-A412-422808A9F862}"/>
          </ac:spMkLst>
        </pc:spChg>
        <pc:spChg chg="add mod">
          <ac:chgData name="Roman Demarco" userId="ec239ea09191a7ad" providerId="LiveId" clId="{EA601DBD-5995-484A-A688-08277575B004}" dt="2026-09-13T17:49:08.615" v="1847" actId="113"/>
          <ac:spMkLst>
            <pc:docMk/>
            <pc:sldMk cId="2574705981" sldId="261"/>
            <ac:spMk id="7" creationId="{C1615E8C-ECED-44AD-9959-EAF164C1155F}"/>
          </ac:spMkLst>
        </pc:spChg>
        <pc:picChg chg="add del mod modCrop">
          <ac:chgData name="Roman Demarco" userId="ec239ea09191a7ad" providerId="LiveId" clId="{EA601DBD-5995-484A-A688-08277575B004}" dt="2026-09-13T17:59:26.337" v="1906" actId="478"/>
          <ac:picMkLst>
            <pc:docMk/>
            <pc:sldMk cId="2574705981" sldId="261"/>
            <ac:picMk id="4" creationId="{5670451A-9ED6-40D3-9B88-D963D1F5E50B}"/>
          </ac:picMkLst>
        </pc:picChg>
        <pc:picChg chg="add del mod modCrop">
          <ac:chgData name="Roman Demarco" userId="ec239ea09191a7ad" providerId="LiveId" clId="{EA601DBD-5995-484A-A688-08277575B004}" dt="2026-09-13T17:56:30.278" v="1890" actId="478"/>
          <ac:picMkLst>
            <pc:docMk/>
            <pc:sldMk cId="2574705981" sldId="261"/>
            <ac:picMk id="5" creationId="{A337744B-7B4D-46EC-B9C3-1F95AFA0C6D1}"/>
          </ac:picMkLst>
        </pc:picChg>
        <pc:picChg chg="add mod modCrop">
          <ac:chgData name="Roman Demarco" userId="ec239ea09191a7ad" providerId="LiveId" clId="{EA601DBD-5995-484A-A688-08277575B004}" dt="2026-09-13T18:38:52.788" v="2280" actId="14100"/>
          <ac:picMkLst>
            <pc:docMk/>
            <pc:sldMk cId="2574705981" sldId="261"/>
            <ac:picMk id="9" creationId="{1A9E53BA-8D55-417B-AD94-600269936B99}"/>
          </ac:picMkLst>
        </pc:picChg>
      </pc:sldChg>
      <pc:sldChg chg="addSp delSp modSp new mod">
        <pc:chgData name="Roman Demarco" userId="ec239ea09191a7ad" providerId="LiveId" clId="{EA601DBD-5995-484A-A688-08277575B004}" dt="2026-09-14T17:51:26.283" v="2646" actId="108"/>
        <pc:sldMkLst>
          <pc:docMk/>
          <pc:sldMk cId="563903756" sldId="262"/>
        </pc:sldMkLst>
        <pc:spChg chg="mod">
          <ac:chgData name="Roman Demarco" userId="ec239ea09191a7ad" providerId="LiveId" clId="{EA601DBD-5995-484A-A688-08277575B004}" dt="2026-09-13T17:51:19.870" v="1849" actId="27636"/>
          <ac:spMkLst>
            <pc:docMk/>
            <pc:sldMk cId="563903756" sldId="262"/>
            <ac:spMk id="2" creationId="{4DDCA177-EA03-425E-84D0-DF3D995D7A25}"/>
          </ac:spMkLst>
        </pc:spChg>
        <pc:spChg chg="mod">
          <ac:chgData name="Roman Demarco" userId="ec239ea09191a7ad" providerId="LiveId" clId="{EA601DBD-5995-484A-A688-08277575B004}" dt="2026-09-14T17:51:26.283" v="2646" actId="108"/>
          <ac:spMkLst>
            <pc:docMk/>
            <pc:sldMk cId="563903756" sldId="262"/>
            <ac:spMk id="3" creationId="{9A9728AF-D749-4A4A-894F-7483E854F2B5}"/>
          </ac:spMkLst>
        </pc:spChg>
        <pc:spChg chg="add mod">
          <ac:chgData name="Roman Demarco" userId="ec239ea09191a7ad" providerId="LiveId" clId="{EA601DBD-5995-484A-A688-08277575B004}" dt="2026-09-13T18:02:58.985" v="1926" actId="1076"/>
          <ac:spMkLst>
            <pc:docMk/>
            <pc:sldMk cId="563903756" sldId="262"/>
            <ac:spMk id="6" creationId="{0F638FFB-65FD-4C36-A8A0-E7B61C9D8B30}"/>
          </ac:spMkLst>
        </pc:spChg>
        <pc:spChg chg="add mod">
          <ac:chgData name="Roman Demarco" userId="ec239ea09191a7ad" providerId="LiveId" clId="{EA601DBD-5995-484A-A688-08277575B004}" dt="2026-09-13T18:07:02.525" v="1987" actId="20577"/>
          <ac:spMkLst>
            <pc:docMk/>
            <pc:sldMk cId="563903756" sldId="262"/>
            <ac:spMk id="8" creationId="{2072CF02-94F6-4836-9959-0499E8FD56EF}"/>
          </ac:spMkLst>
        </pc:spChg>
        <pc:picChg chg="add del mod modCrop">
          <ac:chgData name="Roman Demarco" userId="ec239ea09191a7ad" providerId="LiveId" clId="{EA601DBD-5995-484A-A688-08277575B004}" dt="2026-09-13T18:01:52.827" v="1921" actId="478"/>
          <ac:picMkLst>
            <pc:docMk/>
            <pc:sldMk cId="563903756" sldId="262"/>
            <ac:picMk id="5" creationId="{3AB316D5-FF59-4AC7-AC88-A0E435CCF532}"/>
          </ac:picMkLst>
        </pc:picChg>
        <pc:picChg chg="add mod modCrop">
          <ac:chgData name="Roman Demarco" userId="ec239ea09191a7ad" providerId="LiveId" clId="{EA601DBD-5995-484A-A688-08277575B004}" dt="2026-09-13T18:40:11.720" v="2292" actId="1076"/>
          <ac:picMkLst>
            <pc:docMk/>
            <pc:sldMk cId="563903756" sldId="262"/>
            <ac:picMk id="7" creationId="{D01DB275-D2F8-4F90-AC4B-77F60A88EE3D}"/>
          </ac:picMkLst>
        </pc:picChg>
      </pc:sldChg>
      <pc:sldChg chg="addSp delSp modSp new mod">
        <pc:chgData name="Roman Demarco" userId="ec239ea09191a7ad" providerId="LiveId" clId="{EA601DBD-5995-484A-A688-08277575B004}" dt="2026-09-13T19:03:45.972" v="2537" actId="14100"/>
        <pc:sldMkLst>
          <pc:docMk/>
          <pc:sldMk cId="1627672023" sldId="263"/>
        </pc:sldMkLst>
        <pc:spChg chg="del mod">
          <ac:chgData name="Roman Demarco" userId="ec239ea09191a7ad" providerId="LiveId" clId="{EA601DBD-5995-484A-A688-08277575B004}" dt="2026-09-13T18:07:36.297" v="1990" actId="478"/>
          <ac:spMkLst>
            <pc:docMk/>
            <pc:sldMk cId="1627672023" sldId="263"/>
            <ac:spMk id="2" creationId="{481F3F89-EE1B-44D9-A00D-2DA1C9291C38}"/>
          </ac:spMkLst>
        </pc:spChg>
        <pc:spChg chg="del mod">
          <ac:chgData name="Roman Demarco" userId="ec239ea09191a7ad" providerId="LiveId" clId="{EA601DBD-5995-484A-A688-08277575B004}" dt="2026-09-12T17:37:28.953" v="1200" actId="478"/>
          <ac:spMkLst>
            <pc:docMk/>
            <pc:sldMk cId="1627672023" sldId="263"/>
            <ac:spMk id="3" creationId="{71119F0F-66F2-42E6-8D55-398049B75E46}"/>
          </ac:spMkLst>
        </pc:spChg>
        <pc:spChg chg="add del mod">
          <ac:chgData name="Roman Demarco" userId="ec239ea09191a7ad" providerId="LiveId" clId="{EA601DBD-5995-484A-A688-08277575B004}" dt="2026-09-13T18:07:40.818" v="1991" actId="478"/>
          <ac:spMkLst>
            <pc:docMk/>
            <pc:sldMk cId="1627672023" sldId="263"/>
            <ac:spMk id="4" creationId="{4B92B15D-E47F-4A86-810C-F0FEA7E31DC1}"/>
          </ac:spMkLst>
        </pc:spChg>
        <pc:spChg chg="add mod">
          <ac:chgData name="Roman Demarco" userId="ec239ea09191a7ad" providerId="LiveId" clId="{EA601DBD-5995-484A-A688-08277575B004}" dt="2026-09-13T19:03:45.972" v="2537" actId="14100"/>
          <ac:spMkLst>
            <pc:docMk/>
            <pc:sldMk cId="1627672023" sldId="263"/>
            <ac:spMk id="7" creationId="{B116D571-9C4C-4637-88CF-E21A5B2C8533}"/>
          </ac:spMkLst>
        </pc:spChg>
        <pc:spChg chg="add mod">
          <ac:chgData name="Roman Demarco" userId="ec239ea09191a7ad" providerId="LiveId" clId="{EA601DBD-5995-484A-A688-08277575B004}" dt="2026-09-13T18:08:10.795" v="2010" actId="20577"/>
          <ac:spMkLst>
            <pc:docMk/>
            <pc:sldMk cId="1627672023" sldId="263"/>
            <ac:spMk id="8" creationId="{3CD662DB-C246-4255-97D2-13EF7DC91AB1}"/>
          </ac:spMkLst>
        </pc:spChg>
        <pc:spChg chg="add mod">
          <ac:chgData name="Roman Demarco" userId="ec239ea09191a7ad" providerId="LiveId" clId="{EA601DBD-5995-484A-A688-08277575B004}" dt="2026-09-13T18:08:49.340" v="2013" actId="20577"/>
          <ac:spMkLst>
            <pc:docMk/>
            <pc:sldMk cId="1627672023" sldId="263"/>
            <ac:spMk id="9" creationId="{B51A30B3-D681-407B-A33C-BC0A6176786A}"/>
          </ac:spMkLst>
        </pc:spChg>
        <pc:spChg chg="add del mod">
          <ac:chgData name="Roman Demarco" userId="ec239ea09191a7ad" providerId="LiveId" clId="{EA601DBD-5995-484A-A688-08277575B004}" dt="2026-09-13T18:08:51.847" v="2015" actId="478"/>
          <ac:spMkLst>
            <pc:docMk/>
            <pc:sldMk cId="1627672023" sldId="263"/>
            <ac:spMk id="10" creationId="{52B1581F-4680-4E8B-8749-5DBDF9EE28DB}"/>
          </ac:spMkLst>
        </pc:spChg>
        <pc:spChg chg="add mod">
          <ac:chgData name="Roman Demarco" userId="ec239ea09191a7ad" providerId="LiveId" clId="{EA601DBD-5995-484A-A688-08277575B004}" dt="2026-09-13T18:09:25.438" v="2020" actId="1076"/>
          <ac:spMkLst>
            <pc:docMk/>
            <pc:sldMk cId="1627672023" sldId="263"/>
            <ac:spMk id="11" creationId="{C399BF67-62A1-472B-AF1D-87AB51119578}"/>
          </ac:spMkLst>
        </pc:spChg>
        <pc:picChg chg="add del mod modCrop">
          <ac:chgData name="Roman Demarco" userId="ec239ea09191a7ad" providerId="LiveId" clId="{EA601DBD-5995-484A-A688-08277575B004}" dt="2026-09-13T18:08:38.605" v="2011" actId="478"/>
          <ac:picMkLst>
            <pc:docMk/>
            <pc:sldMk cId="1627672023" sldId="263"/>
            <ac:picMk id="5" creationId="{4E323EEA-3A3C-46E4-B5C8-4AB6CBB6F9DE}"/>
          </ac:picMkLst>
        </pc:picChg>
        <pc:picChg chg="add mod modCrop">
          <ac:chgData name="Roman Demarco" userId="ec239ea09191a7ad" providerId="LiveId" clId="{EA601DBD-5995-484A-A688-08277575B004}" dt="2026-09-13T18:40:46.949" v="2297" actId="1076"/>
          <ac:picMkLst>
            <pc:docMk/>
            <pc:sldMk cId="1627672023" sldId="263"/>
            <ac:picMk id="12" creationId="{64C894CD-3090-47EF-B523-7F242231966F}"/>
          </ac:picMkLst>
        </pc:picChg>
      </pc:sldChg>
      <pc:sldChg chg="addSp delSp modSp new mod">
        <pc:chgData name="Roman Demarco" userId="ec239ea09191a7ad" providerId="LiveId" clId="{EA601DBD-5995-484A-A688-08277575B004}" dt="2026-09-13T19:03:32.919" v="2535" actId="1076"/>
        <pc:sldMkLst>
          <pc:docMk/>
          <pc:sldMk cId="175116779" sldId="264"/>
        </pc:sldMkLst>
        <pc:spChg chg="del mod">
          <ac:chgData name="Roman Demarco" userId="ec239ea09191a7ad" providerId="LiveId" clId="{EA601DBD-5995-484A-A688-08277575B004}" dt="2026-09-13T18:15:57.165" v="2054" actId="478"/>
          <ac:spMkLst>
            <pc:docMk/>
            <pc:sldMk cId="175116779" sldId="264"/>
            <ac:spMk id="2" creationId="{99AC9C21-2DAB-40C1-9C20-59300596597A}"/>
          </ac:spMkLst>
        </pc:spChg>
        <pc:spChg chg="mod">
          <ac:chgData name="Roman Demarco" userId="ec239ea09191a7ad" providerId="LiveId" clId="{EA601DBD-5995-484A-A688-08277575B004}" dt="2026-09-13T19:03:32.919" v="2535" actId="1076"/>
          <ac:spMkLst>
            <pc:docMk/>
            <pc:sldMk cId="175116779" sldId="264"/>
            <ac:spMk id="3" creationId="{2EB96AAF-A738-47EF-8ED8-C62E475132A5}"/>
          </ac:spMkLst>
        </pc:spChg>
        <pc:spChg chg="add mod">
          <ac:chgData name="Roman Demarco" userId="ec239ea09191a7ad" providerId="LiveId" clId="{EA601DBD-5995-484A-A688-08277575B004}" dt="2026-09-13T18:16:38.378" v="2075" actId="20577"/>
          <ac:spMkLst>
            <pc:docMk/>
            <pc:sldMk cId="175116779" sldId="264"/>
            <ac:spMk id="6" creationId="{C7C253A0-DAF0-418A-8143-7B12B8BB3E1D}"/>
          </ac:spMkLst>
        </pc:spChg>
        <pc:spChg chg="add mod">
          <ac:chgData name="Roman Demarco" userId="ec239ea09191a7ad" providerId="LiveId" clId="{EA601DBD-5995-484A-A688-08277575B004}" dt="2026-09-13T18:20:32.511" v="2129" actId="1076"/>
          <ac:spMkLst>
            <pc:docMk/>
            <pc:sldMk cId="175116779" sldId="264"/>
            <ac:spMk id="7" creationId="{C69FA985-4B77-4D6F-AD27-CC759848B327}"/>
          </ac:spMkLst>
        </pc:spChg>
        <pc:picChg chg="add del mod modCrop">
          <ac:chgData name="Roman Demarco" userId="ec239ea09191a7ad" providerId="LiveId" clId="{EA601DBD-5995-484A-A688-08277575B004}" dt="2026-09-13T18:18:14.644" v="2076" actId="478"/>
          <ac:picMkLst>
            <pc:docMk/>
            <pc:sldMk cId="175116779" sldId="264"/>
            <ac:picMk id="5" creationId="{DB9C5F90-E3CB-4D51-840D-4BF6C469B2F0}"/>
          </ac:picMkLst>
        </pc:picChg>
        <pc:picChg chg="add mod modCrop">
          <ac:chgData name="Roman Demarco" userId="ec239ea09191a7ad" providerId="LiveId" clId="{EA601DBD-5995-484A-A688-08277575B004}" dt="2026-09-13T18:40:57.743" v="2298" actId="1076"/>
          <ac:picMkLst>
            <pc:docMk/>
            <pc:sldMk cId="175116779" sldId="264"/>
            <ac:picMk id="8" creationId="{94E38622-6490-408E-A18A-68AD89DD73A3}"/>
          </ac:picMkLst>
        </pc:picChg>
      </pc:sldChg>
      <pc:sldChg chg="addSp delSp modSp new mod">
        <pc:chgData name="Roman Demarco" userId="ec239ea09191a7ad" providerId="LiveId" clId="{EA601DBD-5995-484A-A688-08277575B004}" dt="2026-09-16T14:54:24.290" v="3304" actId="20577"/>
        <pc:sldMkLst>
          <pc:docMk/>
          <pc:sldMk cId="635272568" sldId="265"/>
        </pc:sldMkLst>
        <pc:spChg chg="del mod">
          <ac:chgData name="Roman Demarco" userId="ec239ea09191a7ad" providerId="LiveId" clId="{EA601DBD-5995-484A-A688-08277575B004}" dt="2026-09-13T18:26:38.187" v="2190" actId="478"/>
          <ac:spMkLst>
            <pc:docMk/>
            <pc:sldMk cId="635272568" sldId="265"/>
            <ac:spMk id="2" creationId="{EA679B47-2309-4EA7-BF36-8B256AE9BE59}"/>
          </ac:spMkLst>
        </pc:spChg>
        <pc:spChg chg="mod">
          <ac:chgData name="Roman Demarco" userId="ec239ea09191a7ad" providerId="LiveId" clId="{EA601DBD-5995-484A-A688-08277575B004}" dt="2026-09-16T14:54:24.290" v="3304" actId="20577"/>
          <ac:spMkLst>
            <pc:docMk/>
            <pc:sldMk cId="635272568" sldId="265"/>
            <ac:spMk id="3" creationId="{A3E9EBFC-1BF4-4568-95BA-32CF5086B5A7}"/>
          </ac:spMkLst>
        </pc:spChg>
        <pc:spChg chg="add del mod">
          <ac:chgData name="Roman Demarco" userId="ec239ea09191a7ad" providerId="LiveId" clId="{EA601DBD-5995-484A-A688-08277575B004}" dt="2026-09-13T18:26:48.414" v="2192" actId="478"/>
          <ac:spMkLst>
            <pc:docMk/>
            <pc:sldMk cId="635272568" sldId="265"/>
            <ac:spMk id="6" creationId="{C49CABD9-3864-4884-98A2-6DAA50B41FE5}"/>
          </ac:spMkLst>
        </pc:spChg>
        <pc:spChg chg="add mod">
          <ac:chgData name="Roman Demarco" userId="ec239ea09191a7ad" providerId="LiveId" clId="{EA601DBD-5995-484A-A688-08277575B004}" dt="2026-09-13T18:27:25.631" v="2213" actId="20577"/>
          <ac:spMkLst>
            <pc:docMk/>
            <pc:sldMk cId="635272568" sldId="265"/>
            <ac:spMk id="7" creationId="{A3B59EE6-8699-457C-9271-E77290793AC3}"/>
          </ac:spMkLst>
        </pc:spChg>
        <pc:spChg chg="add mod">
          <ac:chgData name="Roman Demarco" userId="ec239ea09191a7ad" providerId="LiveId" clId="{EA601DBD-5995-484A-A688-08277575B004}" dt="2026-09-13T18:28:08.390" v="2219" actId="255"/>
          <ac:spMkLst>
            <pc:docMk/>
            <pc:sldMk cId="635272568" sldId="265"/>
            <ac:spMk id="8" creationId="{BEFF33C4-6948-414F-B042-B895936D1484}"/>
          </ac:spMkLst>
        </pc:spChg>
        <pc:picChg chg="add del mod modCrop">
          <ac:chgData name="Roman Demarco" userId="ec239ea09191a7ad" providerId="LiveId" clId="{EA601DBD-5995-484A-A688-08277575B004}" dt="2026-09-13T18:26:46.759" v="2191" actId="478"/>
          <ac:picMkLst>
            <pc:docMk/>
            <pc:sldMk cId="635272568" sldId="265"/>
            <ac:picMk id="5" creationId="{ACA98032-EA71-40A0-88BC-0D519A7F4AF2}"/>
          </ac:picMkLst>
        </pc:picChg>
        <pc:picChg chg="add mod modCrop">
          <ac:chgData name="Roman Demarco" userId="ec239ea09191a7ad" providerId="LiveId" clId="{EA601DBD-5995-484A-A688-08277575B004}" dt="2026-09-13T18:34:53.078" v="2243" actId="1076"/>
          <ac:picMkLst>
            <pc:docMk/>
            <pc:sldMk cId="635272568" sldId="265"/>
            <ac:picMk id="10" creationId="{327360C5-A83A-4BA8-9EE5-C4E59FDC1724}"/>
          </ac:picMkLst>
        </pc:picChg>
      </pc:sldChg>
      <pc:sldChg chg="addSp delSp modSp new del mod">
        <pc:chgData name="Roman Demarco" userId="ec239ea09191a7ad" providerId="LiveId" clId="{EA601DBD-5995-484A-A688-08277575B004}" dt="2026-09-13T18:49:36.260" v="2353" actId="2696"/>
        <pc:sldMkLst>
          <pc:docMk/>
          <pc:sldMk cId="2987309785" sldId="266"/>
        </pc:sldMkLst>
        <pc:spChg chg="mod">
          <ac:chgData name="Roman Demarco" userId="ec239ea09191a7ad" providerId="LiveId" clId="{EA601DBD-5995-484A-A688-08277575B004}" dt="2026-09-13T16:28:07.154" v="1537" actId="27636"/>
          <ac:spMkLst>
            <pc:docMk/>
            <pc:sldMk cId="2987309785" sldId="266"/>
            <ac:spMk id="2" creationId="{77E721F7-E848-4B16-A18E-215FF1AC641B}"/>
          </ac:spMkLst>
        </pc:spChg>
        <pc:spChg chg="mod">
          <ac:chgData name="Roman Demarco" userId="ec239ea09191a7ad" providerId="LiveId" clId="{EA601DBD-5995-484A-A688-08277575B004}" dt="2026-09-13T16:28:07.160" v="1538" actId="27636"/>
          <ac:spMkLst>
            <pc:docMk/>
            <pc:sldMk cId="2987309785" sldId="266"/>
            <ac:spMk id="3" creationId="{7CF2B360-CFAD-485F-8361-551A17128702}"/>
          </ac:spMkLst>
        </pc:spChg>
        <pc:spChg chg="mod">
          <ac:chgData name="Roman Demarco" userId="ec239ea09191a7ad" providerId="LiveId" clId="{EA601DBD-5995-484A-A688-08277575B004}" dt="2026-09-13T16:28:07.084" v="1535"/>
          <ac:spMkLst>
            <pc:docMk/>
            <pc:sldMk cId="2987309785" sldId="266"/>
            <ac:spMk id="4" creationId="{EEDA5ED1-0059-467E-BE7F-EC712DDE51C5}"/>
          </ac:spMkLst>
        </pc:spChg>
        <pc:graphicFrameChg chg="add del mod modGraphic">
          <ac:chgData name="Roman Demarco" userId="ec239ea09191a7ad" providerId="LiveId" clId="{EA601DBD-5995-484A-A688-08277575B004}" dt="2026-09-13T18:47:00.173" v="2346" actId="21"/>
          <ac:graphicFrameMkLst>
            <pc:docMk/>
            <pc:sldMk cId="2987309785" sldId="266"/>
            <ac:graphicFrameMk id="5" creationId="{BBE37101-54A9-4558-8E8A-0F591BA5CD34}"/>
          </ac:graphicFrameMkLst>
        </pc:graphicFrameChg>
      </pc:sldChg>
      <pc:sldChg chg="modSp new del mod">
        <pc:chgData name="Roman Demarco" userId="ec239ea09191a7ad" providerId="LiveId" clId="{EA601DBD-5995-484A-A688-08277575B004}" dt="2026-09-13T18:54:30.954" v="2431" actId="47"/>
        <pc:sldMkLst>
          <pc:docMk/>
          <pc:sldMk cId="490053687" sldId="267"/>
        </pc:sldMkLst>
        <pc:spChg chg="mod">
          <ac:chgData name="Roman Demarco" userId="ec239ea09191a7ad" providerId="LiveId" clId="{EA601DBD-5995-484A-A688-08277575B004}" dt="2026-09-13T16:28:07.084" v="1535"/>
          <ac:spMkLst>
            <pc:docMk/>
            <pc:sldMk cId="490053687" sldId="267"/>
            <ac:spMk id="2" creationId="{FEFD4CF8-6C8B-4F6F-BA30-694BA33A82A7}"/>
          </ac:spMkLst>
        </pc:spChg>
        <pc:spChg chg="mod">
          <ac:chgData name="Roman Demarco" userId="ec239ea09191a7ad" providerId="LiveId" clId="{EA601DBD-5995-484A-A688-08277575B004}" dt="2026-09-13T16:27:09.941" v="1528" actId="27636"/>
          <ac:spMkLst>
            <pc:docMk/>
            <pc:sldMk cId="490053687" sldId="267"/>
            <ac:spMk id="3" creationId="{503842B4-8622-4099-A58B-389D554FFDD0}"/>
          </ac:spMkLst>
        </pc:spChg>
        <pc:spChg chg="mod">
          <ac:chgData name="Roman Demarco" userId="ec239ea09191a7ad" providerId="LiveId" clId="{EA601DBD-5995-484A-A688-08277575B004}" dt="2026-09-13T16:28:07.084" v="1535"/>
          <ac:spMkLst>
            <pc:docMk/>
            <pc:sldMk cId="490053687" sldId="267"/>
            <ac:spMk id="4" creationId="{CDD7C1C1-6481-4E78-9BBE-98F2EF25BEAE}"/>
          </ac:spMkLst>
        </pc:spChg>
      </pc:sldChg>
      <pc:sldChg chg="addSp delSp modSp add mod">
        <pc:chgData name="Roman Demarco" userId="ec239ea09191a7ad" providerId="LiveId" clId="{EA601DBD-5995-484A-A688-08277575B004}" dt="2026-09-14T18:10:20.735" v="3149" actId="20577"/>
        <pc:sldMkLst>
          <pc:docMk/>
          <pc:sldMk cId="438484318" sldId="268"/>
        </pc:sldMkLst>
        <pc:spChg chg="mod">
          <ac:chgData name="Roman Demarco" userId="ec239ea09191a7ad" providerId="LiveId" clId="{EA601DBD-5995-484A-A688-08277575B004}" dt="2026-09-14T18:10:20.735" v="3149" actId="20577"/>
          <ac:spMkLst>
            <pc:docMk/>
            <pc:sldMk cId="438484318" sldId="268"/>
            <ac:spMk id="3" creationId="{2EB96AAF-A738-47EF-8ED8-C62E475132A5}"/>
          </ac:spMkLst>
        </pc:spChg>
        <pc:spChg chg="add del mod">
          <ac:chgData name="Roman Demarco" userId="ec239ea09191a7ad" providerId="LiveId" clId="{EA601DBD-5995-484A-A688-08277575B004}" dt="2026-09-13T18:45:40.636" v="2332" actId="478"/>
          <ac:spMkLst>
            <pc:docMk/>
            <pc:sldMk cId="438484318" sldId="268"/>
            <ac:spMk id="4" creationId="{2C12C390-06F9-4A7C-9AC6-AB7CBC29A8EE}"/>
          </ac:spMkLst>
        </pc:spChg>
        <pc:spChg chg="mod">
          <ac:chgData name="Roman Demarco" userId="ec239ea09191a7ad" providerId="LiveId" clId="{EA601DBD-5995-484A-A688-08277575B004}" dt="2026-09-13T18:45:21.016" v="2326" actId="20577"/>
          <ac:spMkLst>
            <pc:docMk/>
            <pc:sldMk cId="438484318" sldId="268"/>
            <ac:spMk id="6" creationId="{C7C253A0-DAF0-418A-8143-7B12B8BB3E1D}"/>
          </ac:spMkLst>
        </pc:spChg>
        <pc:spChg chg="del">
          <ac:chgData name="Roman Demarco" userId="ec239ea09191a7ad" providerId="LiveId" clId="{EA601DBD-5995-484A-A688-08277575B004}" dt="2026-09-13T18:45:35.626" v="2331" actId="478"/>
          <ac:spMkLst>
            <pc:docMk/>
            <pc:sldMk cId="438484318" sldId="268"/>
            <ac:spMk id="7" creationId="{C69FA985-4B77-4D6F-AD27-CC759848B327}"/>
          </ac:spMkLst>
        </pc:spChg>
        <pc:graphicFrameChg chg="add mod modGraphic">
          <ac:chgData name="Roman Demarco" userId="ec239ea09191a7ad" providerId="LiveId" clId="{EA601DBD-5995-484A-A688-08277575B004}" dt="2026-09-14T17:57:53.838" v="2843" actId="2711"/>
          <ac:graphicFrameMkLst>
            <pc:docMk/>
            <pc:sldMk cId="438484318" sldId="268"/>
            <ac:graphicFrameMk id="9" creationId="{FFC6AB06-4E2E-4791-BC0D-A8688654E79C}"/>
          </ac:graphicFrameMkLst>
        </pc:graphicFrameChg>
        <pc:picChg chg="del">
          <ac:chgData name="Roman Demarco" userId="ec239ea09191a7ad" providerId="LiveId" clId="{EA601DBD-5995-484A-A688-08277575B004}" dt="2026-09-13T18:45:28.102" v="2327" actId="478"/>
          <ac:picMkLst>
            <pc:docMk/>
            <pc:sldMk cId="438484318" sldId="268"/>
            <ac:picMk id="8" creationId="{94E38622-6490-408E-A18A-68AD89DD73A3}"/>
          </ac:picMkLst>
        </pc:picChg>
      </pc:sldChg>
      <pc:sldChg chg="new del">
        <pc:chgData name="Roman Demarco" userId="ec239ea09191a7ad" providerId="LiveId" clId="{EA601DBD-5995-484A-A688-08277575B004}" dt="2026-09-13T18:24:20.010" v="2185" actId="2696"/>
        <pc:sldMkLst>
          <pc:docMk/>
          <pc:sldMk cId="2825881359" sldId="268"/>
        </pc:sldMkLst>
      </pc:sldChg>
      <pc:sldChg chg="delSp modSp add mod">
        <pc:chgData name="Roman Demarco" userId="ec239ea09191a7ad" providerId="LiveId" clId="{EA601DBD-5995-484A-A688-08277575B004}" dt="2026-09-16T14:54:41.248" v="3306" actId="14100"/>
        <pc:sldMkLst>
          <pc:docMk/>
          <pc:sldMk cId="2963034868" sldId="269"/>
        </pc:sldMkLst>
        <pc:spChg chg="mod">
          <ac:chgData name="Roman Demarco" userId="ec239ea09191a7ad" providerId="LiveId" clId="{EA601DBD-5995-484A-A688-08277575B004}" dt="2026-09-16T14:54:41.248" v="3306" actId="14100"/>
          <ac:spMkLst>
            <pc:docMk/>
            <pc:sldMk cId="2963034868" sldId="269"/>
            <ac:spMk id="3" creationId="{2EB96AAF-A738-47EF-8ED8-C62E475132A5}"/>
          </ac:spMkLst>
        </pc:spChg>
        <pc:spChg chg="mod">
          <ac:chgData name="Roman Demarco" userId="ec239ea09191a7ad" providerId="LiveId" clId="{EA601DBD-5995-484A-A688-08277575B004}" dt="2026-09-13T18:49:59.376" v="2367" actId="20577"/>
          <ac:spMkLst>
            <pc:docMk/>
            <pc:sldMk cId="2963034868" sldId="269"/>
            <ac:spMk id="6" creationId="{C7C253A0-DAF0-418A-8143-7B12B8BB3E1D}"/>
          </ac:spMkLst>
        </pc:spChg>
        <pc:graphicFrameChg chg="del">
          <ac:chgData name="Roman Demarco" userId="ec239ea09191a7ad" providerId="LiveId" clId="{EA601DBD-5995-484A-A688-08277575B004}" dt="2026-09-13T18:49:51.255" v="2355" actId="478"/>
          <ac:graphicFrameMkLst>
            <pc:docMk/>
            <pc:sldMk cId="2963034868" sldId="269"/>
            <ac:graphicFrameMk id="9" creationId="{FFC6AB06-4E2E-4791-BC0D-A8688654E79C}"/>
          </ac:graphicFrameMkLst>
        </pc:graphicFrameChg>
      </pc:sldChg>
      <pc:sldChg chg="addSp modSp add mod">
        <pc:chgData name="Roman Demarco" userId="ec239ea09191a7ad" providerId="LiveId" clId="{EA601DBD-5995-484A-A688-08277575B004}" dt="2026-09-13T19:04:32.314" v="2540" actId="1076"/>
        <pc:sldMkLst>
          <pc:docMk/>
          <pc:sldMk cId="2677875389" sldId="270"/>
        </pc:sldMkLst>
        <pc:spChg chg="add mod">
          <ac:chgData name="Roman Demarco" userId="ec239ea09191a7ad" providerId="LiveId" clId="{EA601DBD-5995-484A-A688-08277575B004}" dt="2026-09-13T19:04:32.314" v="2540" actId="1076"/>
          <ac:spMkLst>
            <pc:docMk/>
            <pc:sldMk cId="2677875389" sldId="270"/>
            <ac:spMk id="2" creationId="{F66B157D-C4C5-4D84-BE1A-487A02934F5E}"/>
          </ac:spMkLst>
        </pc:spChg>
        <pc:spChg chg="mod">
          <ac:chgData name="Roman Demarco" userId="ec239ea09191a7ad" providerId="LiveId" clId="{EA601DBD-5995-484A-A688-08277575B004}" dt="2026-09-13T18:56:26.836" v="2465" actId="1076"/>
          <ac:spMkLst>
            <pc:docMk/>
            <pc:sldMk cId="2677875389" sldId="270"/>
            <ac:spMk id="3" creationId="{2EB96AAF-A738-47EF-8ED8-C62E475132A5}"/>
          </ac:spMkLst>
        </pc:spChg>
        <pc:spChg chg="add mod">
          <ac:chgData name="Roman Demarco" userId="ec239ea09191a7ad" providerId="LiveId" clId="{EA601DBD-5995-484A-A688-08277575B004}" dt="2026-09-13T18:56:57.154" v="2482" actId="1076"/>
          <ac:spMkLst>
            <pc:docMk/>
            <pc:sldMk cId="2677875389" sldId="270"/>
            <ac:spMk id="4" creationId="{528BDED5-4F88-475A-86CB-0A9E432777DA}"/>
          </ac:spMkLst>
        </pc:spChg>
        <pc:spChg chg="mod">
          <ac:chgData name="Roman Demarco" userId="ec239ea09191a7ad" providerId="LiveId" clId="{EA601DBD-5995-484A-A688-08277575B004}" dt="2026-09-13T18:55:55.648" v="2450" actId="20577"/>
          <ac:spMkLst>
            <pc:docMk/>
            <pc:sldMk cId="2677875389" sldId="270"/>
            <ac:spMk id="6" creationId="{C7C253A0-DAF0-418A-8143-7B12B8BB3E1D}"/>
          </ac:spMkLst>
        </pc:spChg>
      </pc:sldChg>
      <pc:sldChg chg="addSp modSp add mod ord">
        <pc:chgData name="Roman Demarco" userId="ec239ea09191a7ad" providerId="LiveId" clId="{EA601DBD-5995-484A-A688-08277575B004}" dt="2026-09-14T18:32:00.738" v="3302" actId="108"/>
        <pc:sldMkLst>
          <pc:docMk/>
          <pc:sldMk cId="2690453039" sldId="271"/>
        </pc:sldMkLst>
        <pc:spChg chg="mod">
          <ac:chgData name="Roman Demarco" userId="ec239ea09191a7ad" providerId="LiveId" clId="{EA601DBD-5995-484A-A688-08277575B004}" dt="2026-09-14T17:52:48.809" v="2667" actId="1076"/>
          <ac:spMkLst>
            <pc:docMk/>
            <pc:sldMk cId="2690453039" sldId="271"/>
            <ac:spMk id="2" creationId="{0C9F8141-CC9B-444C-A30D-C62F0C83E025}"/>
          </ac:spMkLst>
        </pc:spChg>
        <pc:spChg chg="mod">
          <ac:chgData name="Roman Demarco" userId="ec239ea09191a7ad" providerId="LiveId" clId="{EA601DBD-5995-484A-A688-08277575B004}" dt="2026-09-14T17:50:29.803" v="2574" actId="20577"/>
          <ac:spMkLst>
            <pc:docMk/>
            <pc:sldMk cId="2690453039" sldId="271"/>
            <ac:spMk id="3" creationId="{59F45755-46ED-4D08-A666-462A064F9CB2}"/>
          </ac:spMkLst>
        </pc:spChg>
        <pc:spChg chg="mod">
          <ac:chgData name="Roman Demarco" userId="ec239ea09191a7ad" providerId="LiveId" clId="{EA601DBD-5995-484A-A688-08277575B004}" dt="2026-09-14T18:32:00.738" v="3302" actId="108"/>
          <ac:spMkLst>
            <pc:docMk/>
            <pc:sldMk cId="2690453039" sldId="271"/>
            <ac:spMk id="6" creationId="{A0F09C73-D4E3-4E22-87C1-953B3ECAE7E0}"/>
          </ac:spMkLst>
        </pc:spChg>
        <pc:graphicFrameChg chg="add mod modGraphic">
          <ac:chgData name="Roman Demarco" userId="ec239ea09191a7ad" providerId="LiveId" clId="{EA601DBD-5995-484A-A688-08277575B004}" dt="2026-09-14T17:57:17.238" v="2834" actId="14734"/>
          <ac:graphicFrameMkLst>
            <pc:docMk/>
            <pc:sldMk cId="2690453039" sldId="271"/>
            <ac:graphicFrameMk id="4" creationId="{EB2CED77-BBB8-40D8-B7CF-F04542803D5D}"/>
          </ac:graphicFrameMkLst>
        </pc:graphicFrameChg>
      </pc:sldChg>
      <pc:sldChg chg="addSp delSp modSp add mod ord">
        <pc:chgData name="Roman Demarco" userId="ec239ea09191a7ad" providerId="LiveId" clId="{EA601DBD-5995-484A-A688-08277575B004}" dt="2026-09-16T16:23:22.351" v="3719"/>
        <pc:sldMkLst>
          <pc:docMk/>
          <pc:sldMk cId="2749773567" sldId="272"/>
        </pc:sldMkLst>
        <pc:spChg chg="mod">
          <ac:chgData name="Roman Demarco" userId="ec239ea09191a7ad" providerId="LiveId" clId="{EA601DBD-5995-484A-A688-08277575B004}" dt="2026-09-14T18:20:39.946" v="3215" actId="20577"/>
          <ac:spMkLst>
            <pc:docMk/>
            <pc:sldMk cId="2749773567" sldId="272"/>
            <ac:spMk id="2" creationId="{FC78210A-B748-443B-9C4D-4FCC9C7E3EF3}"/>
          </ac:spMkLst>
        </pc:spChg>
        <pc:spChg chg="mod">
          <ac:chgData name="Roman Demarco" userId="ec239ea09191a7ad" providerId="LiveId" clId="{EA601DBD-5995-484A-A688-08277575B004}" dt="2026-09-14T18:26:13.651" v="3293" actId="14100"/>
          <ac:spMkLst>
            <pc:docMk/>
            <pc:sldMk cId="2749773567" sldId="272"/>
            <ac:spMk id="3" creationId="{EBDE0B4D-C927-4AB3-885E-A8AE5E4840BA}"/>
          </ac:spMkLst>
        </pc:spChg>
        <pc:spChg chg="del">
          <ac:chgData name="Roman Demarco" userId="ec239ea09191a7ad" providerId="LiveId" clId="{EA601DBD-5995-484A-A688-08277575B004}" dt="2026-09-14T18:24:23.397" v="3264" actId="478"/>
          <ac:spMkLst>
            <pc:docMk/>
            <pc:sldMk cId="2749773567" sldId="272"/>
            <ac:spMk id="5" creationId="{0153564F-C7A5-4630-85C1-D62A1BC355E0}"/>
          </ac:spMkLst>
        </pc:spChg>
        <pc:spChg chg="mod">
          <ac:chgData name="Roman Demarco" userId="ec239ea09191a7ad" providerId="LiveId" clId="{EA601DBD-5995-484A-A688-08277575B004}" dt="2026-09-14T18:20:16.243" v="3166" actId="255"/>
          <ac:spMkLst>
            <pc:docMk/>
            <pc:sldMk cId="2749773567" sldId="272"/>
            <ac:spMk id="6" creationId="{606CD34F-1230-46E3-9483-4A61B5231EF5}"/>
          </ac:spMkLst>
        </pc:spChg>
        <pc:spChg chg="add mod">
          <ac:chgData name="Roman Demarco" userId="ec239ea09191a7ad" providerId="LiveId" clId="{EA601DBD-5995-484A-A688-08277575B004}" dt="2026-09-14T18:26:33.810" v="3297" actId="207"/>
          <ac:spMkLst>
            <pc:docMk/>
            <pc:sldMk cId="2749773567" sldId="272"/>
            <ac:spMk id="9" creationId="{5B943EA8-B3F7-459C-BBEB-92B0723657E7}"/>
          </ac:spMkLst>
        </pc:spChg>
        <pc:graphicFrameChg chg="del">
          <ac:chgData name="Roman Demarco" userId="ec239ea09191a7ad" providerId="LiveId" clId="{EA601DBD-5995-484A-A688-08277575B004}" dt="2026-09-14T18:20:59.793" v="3216" actId="478"/>
          <ac:graphicFrameMkLst>
            <pc:docMk/>
            <pc:sldMk cId="2749773567" sldId="272"/>
            <ac:graphicFrameMk id="4" creationId="{AA010CF6-D4A8-4E75-8EF5-9BCB58DC988B}"/>
          </ac:graphicFrameMkLst>
        </pc:graphicFrameChg>
        <pc:graphicFrameChg chg="add mod modGraphic">
          <ac:chgData name="Roman Demarco" userId="ec239ea09191a7ad" providerId="LiveId" clId="{EA601DBD-5995-484A-A688-08277575B004}" dt="2026-09-14T18:25:35.232" v="3290" actId="255"/>
          <ac:graphicFrameMkLst>
            <pc:docMk/>
            <pc:sldMk cId="2749773567" sldId="272"/>
            <ac:graphicFrameMk id="7" creationId="{E98B5AB6-3D25-477C-9E22-1D3296CE70D1}"/>
          </ac:graphicFrameMkLst>
        </pc:graphicFrameChg>
      </pc:sldChg>
      <pc:sldChg chg="addSp delSp modSp add mod ord">
        <pc:chgData name="Roman Demarco" userId="ec239ea09191a7ad" providerId="LiveId" clId="{EA601DBD-5995-484A-A688-08277575B004}" dt="2026-09-16T15:53:25.125" v="3470" actId="1076"/>
        <pc:sldMkLst>
          <pc:docMk/>
          <pc:sldMk cId="3693154092" sldId="273"/>
        </pc:sldMkLst>
        <pc:spChg chg="mod">
          <ac:chgData name="Roman Demarco" userId="ec239ea09191a7ad" providerId="LiveId" clId="{EA601DBD-5995-484A-A688-08277575B004}" dt="2026-09-16T15:53:18.100" v="3466" actId="1076"/>
          <ac:spMkLst>
            <pc:docMk/>
            <pc:sldMk cId="3693154092" sldId="273"/>
            <ac:spMk id="2" creationId="{FC78210A-B748-443B-9C4D-4FCC9C7E3EF3}"/>
          </ac:spMkLst>
        </pc:spChg>
        <pc:spChg chg="mod">
          <ac:chgData name="Roman Demarco" userId="ec239ea09191a7ad" providerId="LiveId" clId="{EA601DBD-5995-484A-A688-08277575B004}" dt="2026-09-16T15:53:25.125" v="3470" actId="1076"/>
          <ac:spMkLst>
            <pc:docMk/>
            <pc:sldMk cId="3693154092" sldId="273"/>
            <ac:spMk id="3" creationId="{EBDE0B4D-C927-4AB3-885E-A8AE5E4840BA}"/>
          </ac:spMkLst>
        </pc:spChg>
        <pc:spChg chg="mod">
          <ac:chgData name="Roman Demarco" userId="ec239ea09191a7ad" providerId="LiveId" clId="{EA601DBD-5995-484A-A688-08277575B004}" dt="2026-09-16T14:55:38.241" v="3337" actId="20577"/>
          <ac:spMkLst>
            <pc:docMk/>
            <pc:sldMk cId="3693154092" sldId="273"/>
            <ac:spMk id="6" creationId="{606CD34F-1230-46E3-9483-4A61B5231EF5}"/>
          </ac:spMkLst>
        </pc:spChg>
        <pc:spChg chg="del mod">
          <ac:chgData name="Roman Demarco" userId="ec239ea09191a7ad" providerId="LiveId" clId="{EA601DBD-5995-484A-A688-08277575B004}" dt="2026-09-16T15:19:27.484" v="3419" actId="478"/>
          <ac:spMkLst>
            <pc:docMk/>
            <pc:sldMk cId="3693154092" sldId="273"/>
            <ac:spMk id="9" creationId="{5B943EA8-B3F7-459C-BBEB-92B0723657E7}"/>
          </ac:spMkLst>
        </pc:spChg>
        <pc:graphicFrameChg chg="del">
          <ac:chgData name="Roman Demarco" userId="ec239ea09191a7ad" providerId="LiveId" clId="{EA601DBD-5995-484A-A688-08277575B004}" dt="2026-09-16T14:55:17.663" v="3308" actId="478"/>
          <ac:graphicFrameMkLst>
            <pc:docMk/>
            <pc:sldMk cId="3693154092" sldId="273"/>
            <ac:graphicFrameMk id="7" creationId="{E98B5AB6-3D25-477C-9E22-1D3296CE70D1}"/>
          </ac:graphicFrameMkLst>
        </pc:graphicFrameChg>
        <pc:picChg chg="add del mod">
          <ac:chgData name="Roman Demarco" userId="ec239ea09191a7ad" providerId="LiveId" clId="{EA601DBD-5995-484A-A688-08277575B004}" dt="2026-09-16T15:53:01.723" v="3460" actId="21"/>
          <ac:picMkLst>
            <pc:docMk/>
            <pc:sldMk cId="3693154092" sldId="273"/>
            <ac:picMk id="5" creationId="{E7CC6878-E088-46AE-8EB1-11346A5CF995}"/>
          </ac:picMkLst>
        </pc:picChg>
        <pc:picChg chg="add mod">
          <ac:chgData name="Roman Demarco" userId="ec239ea09191a7ad" providerId="LiveId" clId="{EA601DBD-5995-484A-A688-08277575B004}" dt="2026-09-16T15:53:23.266" v="3469" actId="1076"/>
          <ac:picMkLst>
            <pc:docMk/>
            <pc:sldMk cId="3693154092" sldId="273"/>
            <ac:picMk id="1026" creationId="{34610514-E1D3-4049-A7AE-0282F1B2D032}"/>
          </ac:picMkLst>
        </pc:picChg>
      </pc:sldChg>
      <pc:sldChg chg="addSp delSp modSp add mod">
        <pc:chgData name="Roman Demarco" userId="ec239ea09191a7ad" providerId="LiveId" clId="{EA601DBD-5995-484A-A688-08277575B004}" dt="2026-09-16T16:27:53.211" v="3720" actId="20577"/>
        <pc:sldMkLst>
          <pc:docMk/>
          <pc:sldMk cId="257414465" sldId="274"/>
        </pc:sldMkLst>
        <pc:spChg chg="mod">
          <ac:chgData name="Roman Demarco" userId="ec239ea09191a7ad" providerId="LiveId" clId="{EA601DBD-5995-484A-A688-08277575B004}" dt="2026-09-16T16:27:53.211" v="3720" actId="20577"/>
          <ac:spMkLst>
            <pc:docMk/>
            <pc:sldMk cId="257414465" sldId="274"/>
            <ac:spMk id="7" creationId="{B116D571-9C4C-4637-88CF-E21A5B2C8533}"/>
          </ac:spMkLst>
        </pc:spChg>
        <pc:spChg chg="mod">
          <ac:chgData name="Roman Demarco" userId="ec239ea09191a7ad" providerId="LiveId" clId="{EA601DBD-5995-484A-A688-08277575B004}" dt="2026-09-16T15:53:48.236" v="3494" actId="20577"/>
          <ac:spMkLst>
            <pc:docMk/>
            <pc:sldMk cId="257414465" sldId="274"/>
            <ac:spMk id="8" creationId="{3CD662DB-C246-4255-97D2-13EF7DC91AB1}"/>
          </ac:spMkLst>
        </pc:spChg>
        <pc:spChg chg="mod">
          <ac:chgData name="Roman Demarco" userId="ec239ea09191a7ad" providerId="LiveId" clId="{EA601DBD-5995-484A-A688-08277575B004}" dt="2026-09-16T15:54:06.835" v="3530" actId="20577"/>
          <ac:spMkLst>
            <pc:docMk/>
            <pc:sldMk cId="257414465" sldId="274"/>
            <ac:spMk id="11" creationId="{C399BF67-62A1-472B-AF1D-87AB51119578}"/>
          </ac:spMkLst>
        </pc:spChg>
        <pc:picChg chg="add mod">
          <ac:chgData name="Roman Demarco" userId="ec239ea09191a7ad" providerId="LiveId" clId="{EA601DBD-5995-484A-A688-08277575B004}" dt="2026-09-16T15:54:24.317" v="3537" actId="14100"/>
          <ac:picMkLst>
            <pc:docMk/>
            <pc:sldMk cId="257414465" sldId="274"/>
            <ac:picMk id="3" creationId="{CBE09F2B-AF66-4E3E-BDFF-E6DB8AE808E1}"/>
          </ac:picMkLst>
        </pc:picChg>
        <pc:picChg chg="del">
          <ac:chgData name="Roman Demarco" userId="ec239ea09191a7ad" providerId="LiveId" clId="{EA601DBD-5995-484A-A688-08277575B004}" dt="2026-09-16T15:54:10.132" v="3531" actId="478"/>
          <ac:picMkLst>
            <pc:docMk/>
            <pc:sldMk cId="257414465" sldId="274"/>
            <ac:picMk id="12" creationId="{64C894CD-3090-47EF-B523-7F242231966F}"/>
          </ac:picMkLst>
        </pc:picChg>
      </pc:sldChg>
      <pc:sldChg chg="addSp delSp modSp add mod">
        <pc:chgData name="Roman Demarco" userId="ec239ea09191a7ad" providerId="LiveId" clId="{EA601DBD-5995-484A-A688-08277575B004}" dt="2026-09-16T16:21:33.961" v="3715" actId="1076"/>
        <pc:sldMkLst>
          <pc:docMk/>
          <pc:sldMk cId="2014178543" sldId="275"/>
        </pc:sldMkLst>
        <pc:spChg chg="add mod">
          <ac:chgData name="Roman Demarco" userId="ec239ea09191a7ad" providerId="LiveId" clId="{EA601DBD-5995-484A-A688-08277575B004}" dt="2026-09-16T16:21:33.961" v="3715" actId="1076"/>
          <ac:spMkLst>
            <pc:docMk/>
            <pc:sldMk cId="2014178543" sldId="275"/>
            <ac:spMk id="2" creationId="{411C7832-02C8-4EF0-8900-19CF49276CFE}"/>
          </ac:spMkLst>
        </pc:spChg>
        <pc:spChg chg="mod">
          <ac:chgData name="Roman Demarco" userId="ec239ea09191a7ad" providerId="LiveId" clId="{EA601DBD-5995-484A-A688-08277575B004}" dt="2026-09-16T16:20:45.934" v="3707" actId="1076"/>
          <ac:spMkLst>
            <pc:docMk/>
            <pc:sldMk cId="2014178543" sldId="275"/>
            <ac:spMk id="7" creationId="{B116D571-9C4C-4637-88CF-E21A5B2C8533}"/>
          </ac:spMkLst>
        </pc:spChg>
        <pc:spChg chg="mod">
          <ac:chgData name="Roman Demarco" userId="ec239ea09191a7ad" providerId="LiveId" clId="{EA601DBD-5995-484A-A688-08277575B004}" dt="2026-09-16T15:59:08.596" v="3618" actId="20577"/>
          <ac:spMkLst>
            <pc:docMk/>
            <pc:sldMk cId="2014178543" sldId="275"/>
            <ac:spMk id="8" creationId="{3CD662DB-C246-4255-97D2-13EF7DC91AB1}"/>
          </ac:spMkLst>
        </pc:spChg>
        <pc:spChg chg="mod">
          <ac:chgData name="Roman Demarco" userId="ec239ea09191a7ad" providerId="LiveId" clId="{EA601DBD-5995-484A-A688-08277575B004}" dt="2026-09-16T16:20:50.271" v="3708" actId="1076"/>
          <ac:spMkLst>
            <pc:docMk/>
            <pc:sldMk cId="2014178543" sldId="275"/>
            <ac:spMk id="11" creationId="{C399BF67-62A1-472B-AF1D-87AB51119578}"/>
          </ac:spMkLst>
        </pc:spChg>
        <pc:picChg chg="del">
          <ac:chgData name="Roman Demarco" userId="ec239ea09191a7ad" providerId="LiveId" clId="{EA601DBD-5995-484A-A688-08277575B004}" dt="2026-09-16T15:58:53.214" v="3599" actId="478"/>
          <ac:picMkLst>
            <pc:docMk/>
            <pc:sldMk cId="2014178543" sldId="275"/>
            <ac:picMk id="3" creationId="{CBE09F2B-AF66-4E3E-BDFF-E6DB8AE808E1}"/>
          </ac:picMkLst>
        </pc:picChg>
      </pc:sldChg>
      <pc:sldChg chg="new del">
        <pc:chgData name="Roman Demarco" userId="ec239ea09191a7ad" providerId="LiveId" clId="{EA601DBD-5995-484A-A688-08277575B004}" dt="2026-09-16T15:58:49.371" v="3597" actId="680"/>
        <pc:sldMkLst>
          <pc:docMk/>
          <pc:sldMk cId="3864002940" sldId="275"/>
        </pc:sldMkLst>
      </pc:sldChg>
      <pc:sldMasterChg chg="addSldLayout">
        <pc:chgData name="Roman Demarco" userId="ec239ea09191a7ad" providerId="LiveId" clId="{EA601DBD-5995-484A-A688-08277575B004}" dt="2026-09-12T01:22:41.655" v="0" actId="680"/>
        <pc:sldMasterMkLst>
          <pc:docMk/>
          <pc:sldMasterMk cId="3405946275" sldId="2147483648"/>
        </pc:sldMasterMkLst>
        <pc:sldLayoutChg chg="add">
          <pc:chgData name="Roman Demarco" userId="ec239ea09191a7ad" providerId="LiveId" clId="{EA601DBD-5995-484A-A688-08277575B004}" dt="2026-09-12T01:22:41.655" v="0" actId="680"/>
          <pc:sldLayoutMkLst>
            <pc:docMk/>
            <pc:sldMasterMk cId="3405946275" sldId="2147483648"/>
            <pc:sldLayoutMk cId="1230698503" sldId="2147483649"/>
          </pc:sldLayoutMkLst>
        </pc:sldLayoutChg>
      </pc:sldMasterChg>
      <pc:sldMasterChg chg="modSldLayout">
        <pc:chgData name="Roman Demarco" userId="ec239ea09191a7ad" providerId="LiveId" clId="{EA601DBD-5995-484A-A688-08277575B004}" dt="2026-09-13T02:23:12.674" v="1252"/>
        <pc:sldMasterMkLst>
          <pc:docMk/>
          <pc:sldMasterMk cId="3656957519" sldId="2147483674"/>
        </pc:sldMasterMkLst>
        <pc:sldLayoutChg chg="delSp">
          <pc:chgData name="Roman Demarco" userId="ec239ea09191a7ad" providerId="LiveId" clId="{EA601DBD-5995-484A-A688-08277575B004}" dt="2026-09-13T02:23:12.674" v="1252"/>
          <pc:sldLayoutMkLst>
            <pc:docMk/>
            <pc:sldMasterMk cId="3656957519" sldId="2147483674"/>
            <pc:sldLayoutMk cId="1830313021" sldId="2147483677"/>
          </pc:sldLayoutMkLst>
          <pc:spChg chg="del">
            <ac:chgData name="Roman Demarco" userId="ec239ea09191a7ad" providerId="LiveId" clId="{EA601DBD-5995-484A-A688-08277575B004}" dt="2026-09-13T02:23:12.674" v="1252"/>
            <ac:spMkLst>
              <pc:docMk/>
              <pc:sldMasterMk cId="3656957519" sldId="2147483674"/>
              <pc:sldLayoutMk cId="1830313021" sldId="2147483677"/>
              <ac:spMk id="11" creationId="{00000000-0000-0000-0000-000000000000}"/>
            </ac:spMkLst>
          </pc:spChg>
          <pc:cxnChg chg="del">
            <ac:chgData name="Roman Demarco" userId="ec239ea09191a7ad" providerId="LiveId" clId="{EA601DBD-5995-484A-A688-08277575B004}" dt="2026-09-13T02:23:12.674" v="1252"/>
            <ac:cxnSpMkLst>
              <pc:docMk/>
              <pc:sldMasterMk cId="3656957519" sldId="2147483674"/>
              <pc:sldLayoutMk cId="1830313021" sldId="2147483677"/>
              <ac:cxnSpMk id="12" creationId="{00000000-0000-0000-0000-000000000000}"/>
            </ac:cxnSpMkLst>
          </pc:cxnChg>
        </pc:sldLayoutChg>
      </pc:sldMasterChg>
      <pc:sldMasterChg chg="delSldLayout">
        <pc:chgData name="Roman Demarco" userId="ec239ea09191a7ad" providerId="LiveId" clId="{EA601DBD-5995-484A-A688-08277575B004}" dt="2026-09-13T18:54:30.954" v="2431" actId="47"/>
        <pc:sldMasterMkLst>
          <pc:docMk/>
          <pc:sldMasterMk cId="2514742769" sldId="2147483690"/>
        </pc:sldMasterMkLst>
        <pc:sldLayoutChg chg="del">
          <pc:chgData name="Roman Demarco" userId="ec239ea09191a7ad" providerId="LiveId" clId="{EA601DBD-5995-484A-A688-08277575B004}" dt="2026-09-13T18:24:20.010" v="2185" actId="2696"/>
          <pc:sldLayoutMkLst>
            <pc:docMk/>
            <pc:sldMasterMk cId="2514742769" sldId="2147483690"/>
            <pc:sldLayoutMk cId="3324701393" sldId="2147483692"/>
          </pc:sldLayoutMkLst>
        </pc:sldLayoutChg>
        <pc:sldLayoutChg chg="del">
          <pc:chgData name="Roman Demarco" userId="ec239ea09191a7ad" providerId="LiveId" clId="{EA601DBD-5995-484A-A688-08277575B004}" dt="2026-09-13T18:54:30.954" v="2431" actId="47"/>
          <pc:sldLayoutMkLst>
            <pc:docMk/>
            <pc:sldMasterMk cId="2514742769" sldId="2147483690"/>
            <pc:sldLayoutMk cId="2806135543" sldId="214748372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://bit.ly/2TtBDfr" TargetMode="Externa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774233" y="2250200"/>
            <a:ext cx="8466800" cy="190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74233" y="4244000"/>
            <a:ext cx="846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0"/>
            <a:ext cx="2295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2" name="Google Shape;12;p2"/>
          <p:cNvCxnSpPr/>
          <p:nvPr/>
        </p:nvCxnSpPr>
        <p:spPr>
          <a:xfrm>
            <a:off x="115743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92420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882333" y="0"/>
            <a:ext cx="43096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5" name="Google Shape;15;p3"/>
          <p:cNvCxnSpPr/>
          <p:nvPr/>
        </p:nvCxnSpPr>
        <p:spPr>
          <a:xfrm>
            <a:off x="950425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2000267" y="3599533"/>
            <a:ext cx="44828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2000267" y="2136067"/>
            <a:ext cx="17184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51700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960000" y="1356967"/>
            <a:ext cx="10272000" cy="47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1" name="Google Shape;21;p4"/>
          <p:cNvSpPr/>
          <p:nvPr/>
        </p:nvSpPr>
        <p:spPr>
          <a:xfrm>
            <a:off x="11792267" y="0"/>
            <a:ext cx="400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2" name="Google Shape;22;p4"/>
          <p:cNvCxnSpPr/>
          <p:nvPr/>
        </p:nvCxnSpPr>
        <p:spPr>
          <a:xfrm>
            <a:off x="278392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" name="Google Shape;23;p4"/>
          <p:cNvGrpSpPr/>
          <p:nvPr/>
        </p:nvGrpSpPr>
        <p:grpSpPr>
          <a:xfrm flipH="1">
            <a:off x="-75033" y="6138667"/>
            <a:ext cx="10900400" cy="0"/>
            <a:chOff x="2220050" y="1547100"/>
            <a:chExt cx="8175300" cy="0"/>
          </a:xfrm>
        </p:grpSpPr>
        <p:cxnSp>
          <p:nvCxnSpPr>
            <p:cNvPr id="24" name="Google Shape;24;p4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" name="Google Shape;25;p4"/>
            <p:cNvCxnSpPr/>
            <p:nvPr/>
          </p:nvCxnSpPr>
          <p:spPr>
            <a:xfrm>
              <a:off x="2684450" y="1547100"/>
              <a:ext cx="7710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178458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10368200" y="0"/>
            <a:ext cx="1824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8" name="Google Shape;28;p5"/>
          <p:cNvCxnSpPr/>
          <p:nvPr/>
        </p:nvCxnSpPr>
        <p:spPr>
          <a:xfrm>
            <a:off x="340825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8221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5165175" y="2924195"/>
            <a:ext cx="4001200" cy="23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2"/>
          </p:nvPr>
        </p:nvSpPr>
        <p:spPr>
          <a:xfrm>
            <a:off x="960000" y="2924203"/>
            <a:ext cx="4001200" cy="23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3"/>
          </p:nvPr>
        </p:nvSpPr>
        <p:spPr>
          <a:xfrm>
            <a:off x="960000" y="1787833"/>
            <a:ext cx="4001200" cy="11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ubTitle" idx="4"/>
          </p:nvPr>
        </p:nvSpPr>
        <p:spPr>
          <a:xfrm>
            <a:off x="5165175" y="1787833"/>
            <a:ext cx="4001200" cy="11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34" name="Google Shape;34;p5"/>
          <p:cNvGrpSpPr/>
          <p:nvPr/>
        </p:nvGrpSpPr>
        <p:grpSpPr>
          <a:xfrm flipH="1">
            <a:off x="-25033" y="6138667"/>
            <a:ext cx="9906000" cy="0"/>
            <a:chOff x="2220050" y="1547100"/>
            <a:chExt cx="7429500" cy="0"/>
          </a:xfrm>
        </p:grpSpPr>
        <p:cxnSp>
          <p:nvCxnSpPr>
            <p:cNvPr id="35" name="Google Shape;35;p5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5"/>
            <p:cNvCxnSpPr/>
            <p:nvPr/>
          </p:nvCxnSpPr>
          <p:spPr>
            <a:xfrm>
              <a:off x="2684450" y="1547100"/>
              <a:ext cx="6965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514002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9" name="Google Shape;39;p6"/>
          <p:cNvSpPr/>
          <p:nvPr/>
        </p:nvSpPr>
        <p:spPr>
          <a:xfrm>
            <a:off x="11241033" y="0"/>
            <a:ext cx="951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0" name="Google Shape;40;p6"/>
          <p:cNvCxnSpPr/>
          <p:nvPr/>
        </p:nvCxnSpPr>
        <p:spPr>
          <a:xfrm>
            <a:off x="4691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1" name="Google Shape;41;p6"/>
          <p:cNvGrpSpPr/>
          <p:nvPr/>
        </p:nvGrpSpPr>
        <p:grpSpPr>
          <a:xfrm flipH="1">
            <a:off x="-112933" y="6534867"/>
            <a:ext cx="9406800" cy="0"/>
            <a:chOff x="2220050" y="1547100"/>
            <a:chExt cx="7055100" cy="0"/>
          </a:xfrm>
        </p:grpSpPr>
        <p:cxnSp>
          <p:nvCxnSpPr>
            <p:cNvPr id="42" name="Google Shape;42;p6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" name="Google Shape;43;p6"/>
            <p:cNvCxnSpPr/>
            <p:nvPr/>
          </p:nvCxnSpPr>
          <p:spPr>
            <a:xfrm>
              <a:off x="2684450" y="1547100"/>
              <a:ext cx="65907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17973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/>
          <p:nvPr/>
        </p:nvSpPr>
        <p:spPr>
          <a:xfrm>
            <a:off x="8669300" y="0"/>
            <a:ext cx="35228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46" name="Google Shape;46;p7"/>
          <p:cNvCxnSpPr/>
          <p:nvPr/>
        </p:nvCxnSpPr>
        <p:spPr>
          <a:xfrm>
            <a:off x="1643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7"/>
          <p:cNvSpPr txBox="1">
            <a:spLocks noGrp="1"/>
          </p:cNvSpPr>
          <p:nvPr>
            <p:ph type="subTitle" idx="1"/>
          </p:nvPr>
        </p:nvSpPr>
        <p:spPr>
          <a:xfrm>
            <a:off x="960000" y="1884484"/>
            <a:ext cx="7095200" cy="35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7095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 flipH="1">
            <a:off x="-125033" y="6138667"/>
            <a:ext cx="5596400" cy="0"/>
            <a:chOff x="2220050" y="1547100"/>
            <a:chExt cx="4197300" cy="0"/>
          </a:xfrm>
        </p:grpSpPr>
        <p:cxnSp>
          <p:nvCxnSpPr>
            <p:cNvPr id="50" name="Google Shape;50;p7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" name="Google Shape;51;p7"/>
            <p:cNvCxnSpPr/>
            <p:nvPr/>
          </p:nvCxnSpPr>
          <p:spPr>
            <a:xfrm>
              <a:off x="2684450" y="1547100"/>
              <a:ext cx="3732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4015421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4605433" y="1742800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4" name="Google Shape;54;p8"/>
          <p:cNvSpPr/>
          <p:nvPr/>
        </p:nvSpPr>
        <p:spPr>
          <a:xfrm>
            <a:off x="0" y="0"/>
            <a:ext cx="35476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55" name="Google Shape;55;p8"/>
          <p:cNvCxnSpPr/>
          <p:nvPr/>
        </p:nvCxnSpPr>
        <p:spPr>
          <a:xfrm>
            <a:off x="112410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6" name="Google Shape;56;p8"/>
          <p:cNvGrpSpPr/>
          <p:nvPr/>
        </p:nvGrpSpPr>
        <p:grpSpPr>
          <a:xfrm>
            <a:off x="4307800" y="6347467"/>
            <a:ext cx="8034000" cy="0"/>
            <a:chOff x="2220050" y="1547100"/>
            <a:chExt cx="6025500" cy="0"/>
          </a:xfrm>
        </p:grpSpPr>
        <p:cxnSp>
          <p:nvCxnSpPr>
            <p:cNvPr id="57" name="Google Shape;57;p8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8;p8"/>
            <p:cNvCxnSpPr/>
            <p:nvPr/>
          </p:nvCxnSpPr>
          <p:spPr>
            <a:xfrm>
              <a:off x="2684450" y="1547100"/>
              <a:ext cx="5561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2412076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7407633" y="0"/>
            <a:ext cx="47844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950967" y="1672000"/>
            <a:ext cx="55448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950967" y="4291200"/>
            <a:ext cx="55448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cxnSp>
        <p:nvCxnSpPr>
          <p:cNvPr id="63" name="Google Shape;63;p9"/>
          <p:cNvCxnSpPr/>
          <p:nvPr/>
        </p:nvCxnSpPr>
        <p:spPr>
          <a:xfrm>
            <a:off x="690592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4" name="Google Shape;64;p9"/>
          <p:cNvGrpSpPr/>
          <p:nvPr/>
        </p:nvGrpSpPr>
        <p:grpSpPr>
          <a:xfrm flipH="1">
            <a:off x="-125033" y="6138667"/>
            <a:ext cx="5596400" cy="0"/>
            <a:chOff x="2220050" y="1547100"/>
            <a:chExt cx="4197300" cy="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>
              <a:off x="2684450" y="1547100"/>
              <a:ext cx="3732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133768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0" y="-19833"/>
            <a:ext cx="12192000" cy="68780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950967" y="5115833"/>
            <a:ext cx="4765600" cy="1000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19527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>
            <a:spLocks noGrp="1"/>
          </p:cNvSpPr>
          <p:nvPr>
            <p:ph type="title" hasCustomPrompt="1"/>
          </p:nvPr>
        </p:nvSpPr>
        <p:spPr>
          <a:xfrm>
            <a:off x="4122300" y="1883651"/>
            <a:ext cx="7118800" cy="145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72" name="Google Shape;72;p11"/>
          <p:cNvSpPr txBox="1">
            <a:spLocks noGrp="1"/>
          </p:cNvSpPr>
          <p:nvPr>
            <p:ph type="subTitle" idx="1"/>
          </p:nvPr>
        </p:nvSpPr>
        <p:spPr>
          <a:xfrm>
            <a:off x="4122300" y="4311551"/>
            <a:ext cx="71188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600"/>
              <a:buNone/>
              <a:defRPr sz="2133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3" name="Google Shape;73;p11"/>
          <p:cNvSpPr/>
          <p:nvPr/>
        </p:nvSpPr>
        <p:spPr>
          <a:xfrm>
            <a:off x="0" y="0"/>
            <a:ext cx="35476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74" name="Google Shape;74;p11"/>
          <p:cNvCxnSpPr/>
          <p:nvPr/>
        </p:nvCxnSpPr>
        <p:spPr>
          <a:xfrm>
            <a:off x="117607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251650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0418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/>
          <p:nvPr/>
        </p:nvSpPr>
        <p:spPr>
          <a:xfrm>
            <a:off x="0" y="0"/>
            <a:ext cx="53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78" name="Google Shape;78;p13"/>
          <p:cNvCxnSpPr/>
          <p:nvPr/>
        </p:nvCxnSpPr>
        <p:spPr>
          <a:xfrm>
            <a:off x="112410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2" hasCustomPrompt="1"/>
          </p:nvPr>
        </p:nvSpPr>
        <p:spPr>
          <a:xfrm>
            <a:off x="960000" y="2106600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3" hasCustomPrompt="1"/>
          </p:nvPr>
        </p:nvSpPr>
        <p:spPr>
          <a:xfrm>
            <a:off x="960000" y="3885717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title" idx="4" hasCustomPrompt="1"/>
          </p:nvPr>
        </p:nvSpPr>
        <p:spPr>
          <a:xfrm>
            <a:off x="4495696" y="2106600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5" hasCustomPrompt="1"/>
          </p:nvPr>
        </p:nvSpPr>
        <p:spPr>
          <a:xfrm>
            <a:off x="4495696" y="3885717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6" hasCustomPrompt="1"/>
          </p:nvPr>
        </p:nvSpPr>
        <p:spPr>
          <a:xfrm>
            <a:off x="8031392" y="2106600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7" hasCustomPrompt="1"/>
          </p:nvPr>
        </p:nvSpPr>
        <p:spPr>
          <a:xfrm>
            <a:off x="8031392" y="3885717"/>
            <a:ext cx="10200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960000" y="2638197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8"/>
          </p:nvPr>
        </p:nvSpPr>
        <p:spPr>
          <a:xfrm>
            <a:off x="4495699" y="2638197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9"/>
          </p:nvPr>
        </p:nvSpPr>
        <p:spPr>
          <a:xfrm>
            <a:off x="8031397" y="2638197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13"/>
          </p:nvPr>
        </p:nvSpPr>
        <p:spPr>
          <a:xfrm>
            <a:off x="960000" y="4417399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ubTitle" idx="14"/>
          </p:nvPr>
        </p:nvSpPr>
        <p:spPr>
          <a:xfrm>
            <a:off x="4495699" y="4417399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15"/>
          </p:nvPr>
        </p:nvSpPr>
        <p:spPr>
          <a:xfrm>
            <a:off x="8031397" y="4417399"/>
            <a:ext cx="3200800" cy="6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92" name="Google Shape;92;p13"/>
          <p:cNvGrpSpPr/>
          <p:nvPr/>
        </p:nvGrpSpPr>
        <p:grpSpPr>
          <a:xfrm>
            <a:off x="960000" y="6472400"/>
            <a:ext cx="11382000" cy="0"/>
            <a:chOff x="2220050" y="1547100"/>
            <a:chExt cx="8536500" cy="0"/>
          </a:xfrm>
        </p:grpSpPr>
        <p:cxnSp>
          <p:nvCxnSpPr>
            <p:cNvPr id="93" name="Google Shape;93;p13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" name="Google Shape;94;p13"/>
            <p:cNvCxnSpPr/>
            <p:nvPr/>
          </p:nvCxnSpPr>
          <p:spPr>
            <a:xfrm>
              <a:off x="2684450" y="1547100"/>
              <a:ext cx="8072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8249905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/>
          <p:nvPr/>
        </p:nvSpPr>
        <p:spPr>
          <a:xfrm>
            <a:off x="0" y="0"/>
            <a:ext cx="53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7" name="Google Shape;97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cxnSp>
        <p:nvCxnSpPr>
          <p:cNvPr id="98" name="Google Shape;98;p14"/>
          <p:cNvCxnSpPr/>
          <p:nvPr/>
        </p:nvCxnSpPr>
        <p:spPr>
          <a:xfrm>
            <a:off x="117118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9" name="Google Shape;99;p14"/>
          <p:cNvGrpSpPr/>
          <p:nvPr/>
        </p:nvGrpSpPr>
        <p:grpSpPr>
          <a:xfrm>
            <a:off x="2001447" y="6472400"/>
            <a:ext cx="10264000" cy="0"/>
            <a:chOff x="2220050" y="1547100"/>
            <a:chExt cx="7698000" cy="0"/>
          </a:xfrm>
        </p:grpSpPr>
        <p:cxnSp>
          <p:nvCxnSpPr>
            <p:cNvPr id="100" name="Google Shape;100;p14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1" name="Google Shape;101;p14"/>
            <p:cNvCxnSpPr/>
            <p:nvPr/>
          </p:nvCxnSpPr>
          <p:spPr>
            <a:xfrm>
              <a:off x="2684450" y="1547100"/>
              <a:ext cx="7233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879486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>
            <a:spLocks noGrp="1"/>
          </p:cNvSpPr>
          <p:nvPr>
            <p:ph type="pic" idx="2"/>
          </p:nvPr>
        </p:nvSpPr>
        <p:spPr>
          <a:xfrm>
            <a:off x="1836700" y="0"/>
            <a:ext cx="5070000" cy="40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5"/>
          <p:cNvSpPr>
            <a:spLocks noGrp="1"/>
          </p:cNvSpPr>
          <p:nvPr>
            <p:ph type="pic" idx="3"/>
          </p:nvPr>
        </p:nvSpPr>
        <p:spPr>
          <a:xfrm>
            <a:off x="7355767" y="-31767"/>
            <a:ext cx="4858400" cy="68896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5"/>
          <p:cNvSpPr/>
          <p:nvPr/>
        </p:nvSpPr>
        <p:spPr>
          <a:xfrm>
            <a:off x="0" y="0"/>
            <a:ext cx="13876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06" name="Google Shape;106;p15"/>
          <p:cNvCxnSpPr/>
          <p:nvPr/>
        </p:nvCxnSpPr>
        <p:spPr>
          <a:xfrm>
            <a:off x="117407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5"/>
          <p:cNvSpPr txBox="1">
            <a:spLocks noGrp="1"/>
          </p:cNvSpPr>
          <p:nvPr>
            <p:ph type="title"/>
          </p:nvPr>
        </p:nvSpPr>
        <p:spPr>
          <a:xfrm>
            <a:off x="1836684" y="4144467"/>
            <a:ext cx="5070000" cy="83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08" name="Google Shape;108;p15"/>
          <p:cNvSpPr txBox="1">
            <a:spLocks noGrp="1"/>
          </p:cNvSpPr>
          <p:nvPr>
            <p:ph type="subTitle" idx="1"/>
          </p:nvPr>
        </p:nvSpPr>
        <p:spPr>
          <a:xfrm>
            <a:off x="1836684" y="4905867"/>
            <a:ext cx="5070000" cy="123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571649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>
            <a:spLocks noGrp="1"/>
          </p:cNvSpPr>
          <p:nvPr>
            <p:ph type="title"/>
          </p:nvPr>
        </p:nvSpPr>
        <p:spPr>
          <a:xfrm>
            <a:off x="8094700" y="719333"/>
            <a:ext cx="3146400" cy="15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1"/>
          </p:nvPr>
        </p:nvSpPr>
        <p:spPr>
          <a:xfrm>
            <a:off x="8094700" y="2094333"/>
            <a:ext cx="3146400" cy="136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2" name="Google Shape;112;p16"/>
          <p:cNvSpPr>
            <a:spLocks noGrp="1"/>
          </p:cNvSpPr>
          <p:nvPr>
            <p:ph type="pic" idx="2"/>
          </p:nvPr>
        </p:nvSpPr>
        <p:spPr>
          <a:xfrm>
            <a:off x="0" y="0"/>
            <a:ext cx="45708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16"/>
          <p:cNvSpPr>
            <a:spLocks noGrp="1"/>
          </p:cNvSpPr>
          <p:nvPr>
            <p:ph type="pic" idx="3"/>
          </p:nvPr>
        </p:nvSpPr>
        <p:spPr>
          <a:xfrm>
            <a:off x="4920667" y="4088833"/>
            <a:ext cx="6274000" cy="27692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16"/>
          <p:cNvSpPr>
            <a:spLocks noGrp="1"/>
          </p:cNvSpPr>
          <p:nvPr>
            <p:ph type="pic" idx="4"/>
          </p:nvPr>
        </p:nvSpPr>
        <p:spPr>
          <a:xfrm>
            <a:off x="4920500" y="0"/>
            <a:ext cx="3047600" cy="3768400"/>
          </a:xfrm>
          <a:prstGeom prst="rect">
            <a:avLst/>
          </a:prstGeom>
          <a:noFill/>
          <a:ln>
            <a:noFill/>
          </a:ln>
        </p:spPr>
      </p:sp>
      <p:sp>
        <p:nvSpPr>
          <p:cNvPr id="115" name="Google Shape;115;p16"/>
          <p:cNvSpPr/>
          <p:nvPr/>
        </p:nvSpPr>
        <p:spPr>
          <a:xfrm>
            <a:off x="11929667" y="0"/>
            <a:ext cx="2624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16" name="Google Shape;116;p16"/>
          <p:cNvCxnSpPr/>
          <p:nvPr/>
        </p:nvCxnSpPr>
        <p:spPr>
          <a:xfrm>
            <a:off x="553192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218993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/>
          <p:cNvSpPr txBox="1">
            <a:spLocks noGrp="1"/>
          </p:cNvSpPr>
          <p:nvPr>
            <p:ph type="title"/>
          </p:nvPr>
        </p:nvSpPr>
        <p:spPr>
          <a:xfrm>
            <a:off x="951000" y="593367"/>
            <a:ext cx="61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19" name="Google Shape;119;p17"/>
          <p:cNvSpPr txBox="1">
            <a:spLocks noGrp="1"/>
          </p:cNvSpPr>
          <p:nvPr>
            <p:ph type="body" idx="1"/>
          </p:nvPr>
        </p:nvSpPr>
        <p:spPr>
          <a:xfrm>
            <a:off x="951000" y="1676767"/>
            <a:ext cx="10290000" cy="36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0" name="Google Shape;120;p17"/>
          <p:cNvSpPr/>
          <p:nvPr/>
        </p:nvSpPr>
        <p:spPr>
          <a:xfrm>
            <a:off x="0" y="0"/>
            <a:ext cx="78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21" name="Google Shape;121;p17"/>
          <p:cNvCxnSpPr/>
          <p:nvPr/>
        </p:nvCxnSpPr>
        <p:spPr>
          <a:xfrm>
            <a:off x="116474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2" name="Google Shape;122;p17"/>
          <p:cNvGrpSpPr/>
          <p:nvPr/>
        </p:nvGrpSpPr>
        <p:grpSpPr>
          <a:xfrm>
            <a:off x="5182233" y="6634767"/>
            <a:ext cx="7122400" cy="0"/>
            <a:chOff x="2220050" y="1547100"/>
            <a:chExt cx="5341800" cy="0"/>
          </a:xfrm>
        </p:grpSpPr>
        <p:cxnSp>
          <p:nvCxnSpPr>
            <p:cNvPr id="123" name="Google Shape;123;p17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4" name="Google Shape;124;p17"/>
            <p:cNvCxnSpPr/>
            <p:nvPr/>
          </p:nvCxnSpPr>
          <p:spPr>
            <a:xfrm>
              <a:off x="2684450" y="1547100"/>
              <a:ext cx="4877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7382109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>
            <a:spLocks noGrp="1"/>
          </p:cNvSpPr>
          <p:nvPr>
            <p:ph type="title"/>
          </p:nvPr>
        </p:nvSpPr>
        <p:spPr>
          <a:xfrm>
            <a:off x="951000" y="593367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27" name="Google Shape;127;p18"/>
          <p:cNvSpPr txBox="1">
            <a:spLocks noGrp="1"/>
          </p:cNvSpPr>
          <p:nvPr>
            <p:ph type="body" idx="1"/>
          </p:nvPr>
        </p:nvSpPr>
        <p:spPr>
          <a:xfrm>
            <a:off x="951000" y="1356967"/>
            <a:ext cx="10290000" cy="5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8" name="Google Shape;128;p18"/>
          <p:cNvSpPr/>
          <p:nvPr/>
        </p:nvSpPr>
        <p:spPr>
          <a:xfrm>
            <a:off x="0" y="0"/>
            <a:ext cx="250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29" name="Google Shape;129;p18"/>
          <p:cNvCxnSpPr/>
          <p:nvPr/>
        </p:nvCxnSpPr>
        <p:spPr>
          <a:xfrm>
            <a:off x="110228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0" name="Google Shape;130;p18"/>
          <p:cNvGrpSpPr/>
          <p:nvPr/>
        </p:nvGrpSpPr>
        <p:grpSpPr>
          <a:xfrm>
            <a:off x="597733" y="6472367"/>
            <a:ext cx="11756800" cy="0"/>
            <a:chOff x="2220050" y="1547100"/>
            <a:chExt cx="8817600" cy="0"/>
          </a:xfrm>
        </p:grpSpPr>
        <p:cxnSp>
          <p:nvCxnSpPr>
            <p:cNvPr id="131" name="Google Shape;131;p18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" name="Google Shape;132;p18"/>
            <p:cNvCxnSpPr/>
            <p:nvPr/>
          </p:nvCxnSpPr>
          <p:spPr>
            <a:xfrm>
              <a:off x="2684450" y="1547100"/>
              <a:ext cx="83532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29590712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/>
          <p:nvPr/>
        </p:nvSpPr>
        <p:spPr>
          <a:xfrm>
            <a:off x="0" y="0"/>
            <a:ext cx="2248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35" name="Google Shape;135;p19"/>
          <p:cNvCxnSpPr/>
          <p:nvPr/>
        </p:nvCxnSpPr>
        <p:spPr>
          <a:xfrm>
            <a:off x="11879133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" name="Google Shape;136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37" name="Google Shape;137;p19"/>
          <p:cNvSpPr txBox="1">
            <a:spLocks noGrp="1"/>
          </p:cNvSpPr>
          <p:nvPr>
            <p:ph type="subTitle" idx="1"/>
          </p:nvPr>
        </p:nvSpPr>
        <p:spPr>
          <a:xfrm>
            <a:off x="960000" y="3033367"/>
            <a:ext cx="3374800" cy="16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38" name="Google Shape;138;p19"/>
          <p:cNvSpPr txBox="1">
            <a:spLocks noGrp="1"/>
          </p:cNvSpPr>
          <p:nvPr>
            <p:ph type="subTitle" idx="2"/>
          </p:nvPr>
        </p:nvSpPr>
        <p:spPr>
          <a:xfrm>
            <a:off x="4408636" y="3033367"/>
            <a:ext cx="3374800" cy="16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39" name="Google Shape;139;p19"/>
          <p:cNvSpPr txBox="1">
            <a:spLocks noGrp="1"/>
          </p:cNvSpPr>
          <p:nvPr>
            <p:ph type="subTitle" idx="3"/>
          </p:nvPr>
        </p:nvSpPr>
        <p:spPr>
          <a:xfrm>
            <a:off x="7857271" y="3033368"/>
            <a:ext cx="3374800" cy="16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0" name="Google Shape;140;p19"/>
          <p:cNvSpPr txBox="1">
            <a:spLocks noGrp="1"/>
          </p:cNvSpPr>
          <p:nvPr>
            <p:ph type="subTitle" idx="4"/>
          </p:nvPr>
        </p:nvSpPr>
        <p:spPr>
          <a:xfrm>
            <a:off x="960000" y="1933667"/>
            <a:ext cx="3374800" cy="10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1" name="Google Shape;141;p19"/>
          <p:cNvSpPr txBox="1">
            <a:spLocks noGrp="1"/>
          </p:cNvSpPr>
          <p:nvPr>
            <p:ph type="subTitle" idx="5"/>
          </p:nvPr>
        </p:nvSpPr>
        <p:spPr>
          <a:xfrm>
            <a:off x="4408645" y="1933667"/>
            <a:ext cx="3374800" cy="10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2" name="Google Shape;142;p19"/>
          <p:cNvSpPr txBox="1">
            <a:spLocks noGrp="1"/>
          </p:cNvSpPr>
          <p:nvPr>
            <p:ph type="subTitle" idx="6"/>
          </p:nvPr>
        </p:nvSpPr>
        <p:spPr>
          <a:xfrm>
            <a:off x="7857279" y="1933667"/>
            <a:ext cx="3374800" cy="10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65602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1"/>
          </p:nvPr>
        </p:nvSpPr>
        <p:spPr>
          <a:xfrm>
            <a:off x="968935" y="2269112"/>
            <a:ext cx="4866000" cy="14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subTitle" idx="2"/>
          </p:nvPr>
        </p:nvSpPr>
        <p:spPr>
          <a:xfrm>
            <a:off x="6374840" y="2269112"/>
            <a:ext cx="4866000" cy="14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subTitle" idx="3"/>
          </p:nvPr>
        </p:nvSpPr>
        <p:spPr>
          <a:xfrm>
            <a:off x="968935" y="4520033"/>
            <a:ext cx="4866000" cy="14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4"/>
          </p:nvPr>
        </p:nvSpPr>
        <p:spPr>
          <a:xfrm>
            <a:off x="6374839" y="4520031"/>
            <a:ext cx="4866000" cy="14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subTitle" idx="5"/>
          </p:nvPr>
        </p:nvSpPr>
        <p:spPr>
          <a:xfrm>
            <a:off x="968933" y="1761433"/>
            <a:ext cx="4866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6"/>
          </p:nvPr>
        </p:nvSpPr>
        <p:spPr>
          <a:xfrm>
            <a:off x="968933" y="4012455"/>
            <a:ext cx="4866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subTitle" idx="7"/>
          </p:nvPr>
        </p:nvSpPr>
        <p:spPr>
          <a:xfrm>
            <a:off x="6374795" y="1761433"/>
            <a:ext cx="4866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52" name="Google Shape;152;p20"/>
          <p:cNvSpPr txBox="1">
            <a:spLocks noGrp="1"/>
          </p:cNvSpPr>
          <p:nvPr>
            <p:ph type="subTitle" idx="8"/>
          </p:nvPr>
        </p:nvSpPr>
        <p:spPr>
          <a:xfrm>
            <a:off x="6374796" y="4012445"/>
            <a:ext cx="48660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53" name="Google Shape;153;p20"/>
          <p:cNvSpPr/>
          <p:nvPr/>
        </p:nvSpPr>
        <p:spPr>
          <a:xfrm>
            <a:off x="0" y="0"/>
            <a:ext cx="5996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54" name="Google Shape;154;p20"/>
          <p:cNvCxnSpPr/>
          <p:nvPr/>
        </p:nvCxnSpPr>
        <p:spPr>
          <a:xfrm>
            <a:off x="11435900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5" name="Google Shape;155;p20"/>
          <p:cNvGrpSpPr/>
          <p:nvPr/>
        </p:nvGrpSpPr>
        <p:grpSpPr>
          <a:xfrm>
            <a:off x="3759833" y="6431567"/>
            <a:ext cx="8444800" cy="0"/>
            <a:chOff x="2220050" y="1547100"/>
            <a:chExt cx="6333600" cy="0"/>
          </a:xfrm>
        </p:grpSpPr>
        <p:cxnSp>
          <p:nvCxnSpPr>
            <p:cNvPr id="156" name="Google Shape;156;p20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7" name="Google Shape;157;p20"/>
            <p:cNvCxnSpPr/>
            <p:nvPr/>
          </p:nvCxnSpPr>
          <p:spPr>
            <a:xfrm>
              <a:off x="2684450" y="1547100"/>
              <a:ext cx="58692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0430351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60" name="Google Shape;160;p21"/>
          <p:cNvSpPr txBox="1">
            <a:spLocks noGrp="1"/>
          </p:cNvSpPr>
          <p:nvPr>
            <p:ph type="subTitle" idx="1"/>
          </p:nvPr>
        </p:nvSpPr>
        <p:spPr>
          <a:xfrm>
            <a:off x="950533" y="2280205"/>
            <a:ext cx="33412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1" name="Google Shape;161;p21"/>
          <p:cNvSpPr txBox="1">
            <a:spLocks noGrp="1"/>
          </p:cNvSpPr>
          <p:nvPr>
            <p:ph type="subTitle" idx="2"/>
          </p:nvPr>
        </p:nvSpPr>
        <p:spPr>
          <a:xfrm>
            <a:off x="4350545" y="2280219"/>
            <a:ext cx="34904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2" name="Google Shape;162;p21"/>
          <p:cNvSpPr txBox="1">
            <a:spLocks noGrp="1"/>
          </p:cNvSpPr>
          <p:nvPr>
            <p:ph type="subTitle" idx="3"/>
          </p:nvPr>
        </p:nvSpPr>
        <p:spPr>
          <a:xfrm>
            <a:off x="950533" y="4719801"/>
            <a:ext cx="33412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subTitle" idx="4"/>
          </p:nvPr>
        </p:nvSpPr>
        <p:spPr>
          <a:xfrm>
            <a:off x="4350557" y="4719804"/>
            <a:ext cx="34904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4" name="Google Shape;164;p21"/>
          <p:cNvSpPr txBox="1">
            <a:spLocks noGrp="1"/>
          </p:cNvSpPr>
          <p:nvPr>
            <p:ph type="subTitle" idx="5"/>
          </p:nvPr>
        </p:nvSpPr>
        <p:spPr>
          <a:xfrm>
            <a:off x="7899939" y="2280213"/>
            <a:ext cx="33412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6"/>
          </p:nvPr>
        </p:nvSpPr>
        <p:spPr>
          <a:xfrm>
            <a:off x="7899964" y="4719801"/>
            <a:ext cx="3341200" cy="14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subTitle" idx="7"/>
          </p:nvPr>
        </p:nvSpPr>
        <p:spPr>
          <a:xfrm>
            <a:off x="950533" y="1611433"/>
            <a:ext cx="33412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subTitle" idx="8"/>
          </p:nvPr>
        </p:nvSpPr>
        <p:spPr>
          <a:xfrm>
            <a:off x="4350544" y="1611433"/>
            <a:ext cx="34872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subTitle" idx="9"/>
          </p:nvPr>
        </p:nvSpPr>
        <p:spPr>
          <a:xfrm>
            <a:off x="7899935" y="1611433"/>
            <a:ext cx="33380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subTitle" idx="13"/>
          </p:nvPr>
        </p:nvSpPr>
        <p:spPr>
          <a:xfrm>
            <a:off x="950533" y="4054481"/>
            <a:ext cx="33412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14"/>
          </p:nvPr>
        </p:nvSpPr>
        <p:spPr>
          <a:xfrm>
            <a:off x="4350544" y="4054477"/>
            <a:ext cx="34872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1" name="Google Shape;171;p21"/>
          <p:cNvSpPr txBox="1">
            <a:spLocks noGrp="1"/>
          </p:cNvSpPr>
          <p:nvPr>
            <p:ph type="subTitle" idx="15"/>
          </p:nvPr>
        </p:nvSpPr>
        <p:spPr>
          <a:xfrm>
            <a:off x="7899935" y="4054471"/>
            <a:ext cx="3341200" cy="6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6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2" name="Google Shape;172;p21"/>
          <p:cNvSpPr/>
          <p:nvPr/>
        </p:nvSpPr>
        <p:spPr>
          <a:xfrm>
            <a:off x="11455000" y="0"/>
            <a:ext cx="73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73" name="Google Shape;173;p21"/>
          <p:cNvCxnSpPr/>
          <p:nvPr/>
        </p:nvCxnSpPr>
        <p:spPr>
          <a:xfrm>
            <a:off x="553192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4" name="Google Shape;174;p21"/>
          <p:cNvGrpSpPr/>
          <p:nvPr/>
        </p:nvGrpSpPr>
        <p:grpSpPr>
          <a:xfrm flipH="1">
            <a:off x="-49833" y="6443467"/>
            <a:ext cx="8264400" cy="0"/>
            <a:chOff x="2220050" y="1547100"/>
            <a:chExt cx="6198300" cy="0"/>
          </a:xfrm>
        </p:grpSpPr>
        <p:cxnSp>
          <p:nvCxnSpPr>
            <p:cNvPr id="175" name="Google Shape;175;p21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6" name="Google Shape;176;p21"/>
            <p:cNvCxnSpPr/>
            <p:nvPr/>
          </p:nvCxnSpPr>
          <p:spPr>
            <a:xfrm>
              <a:off x="2684450" y="1547100"/>
              <a:ext cx="5733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3777890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/>
          <p:nvPr/>
        </p:nvSpPr>
        <p:spPr>
          <a:xfrm>
            <a:off x="8454800" y="0"/>
            <a:ext cx="373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79" name="Google Shape;179;p22"/>
          <p:cNvCxnSpPr/>
          <p:nvPr/>
        </p:nvCxnSpPr>
        <p:spPr>
          <a:xfrm>
            <a:off x="690592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0" name="Google Shape;180;p22"/>
          <p:cNvSpPr txBox="1">
            <a:spLocks noGrp="1"/>
          </p:cNvSpPr>
          <p:nvPr>
            <p:ph type="title"/>
          </p:nvPr>
        </p:nvSpPr>
        <p:spPr>
          <a:xfrm>
            <a:off x="951017" y="719333"/>
            <a:ext cx="59308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81" name="Google Shape;181;p22"/>
          <p:cNvSpPr txBox="1">
            <a:spLocks noGrp="1"/>
          </p:cNvSpPr>
          <p:nvPr>
            <p:ph type="subTitle" idx="1"/>
          </p:nvPr>
        </p:nvSpPr>
        <p:spPr>
          <a:xfrm>
            <a:off x="950967" y="2171433"/>
            <a:ext cx="59308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82" name="Google Shape;182;p22"/>
          <p:cNvSpPr txBox="1"/>
          <p:nvPr/>
        </p:nvSpPr>
        <p:spPr>
          <a:xfrm>
            <a:off x="950967" y="4705167"/>
            <a:ext cx="5020000" cy="8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infographics &amp; images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333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6874486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3"/>
          <p:cNvSpPr/>
          <p:nvPr/>
        </p:nvSpPr>
        <p:spPr>
          <a:xfrm>
            <a:off x="8669300" y="0"/>
            <a:ext cx="35228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85" name="Google Shape;185;p23"/>
          <p:cNvCxnSpPr/>
          <p:nvPr/>
        </p:nvCxnSpPr>
        <p:spPr>
          <a:xfrm>
            <a:off x="638967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86" name="Google Shape;186;p23"/>
          <p:cNvGrpSpPr/>
          <p:nvPr/>
        </p:nvGrpSpPr>
        <p:grpSpPr>
          <a:xfrm flipH="1">
            <a:off x="-174800" y="417400"/>
            <a:ext cx="8619200" cy="0"/>
            <a:chOff x="2220050" y="1547100"/>
            <a:chExt cx="6464400" cy="0"/>
          </a:xfrm>
        </p:grpSpPr>
        <p:cxnSp>
          <p:nvCxnSpPr>
            <p:cNvPr id="187" name="Google Shape;187;p23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3"/>
            <p:cNvCxnSpPr/>
            <p:nvPr/>
          </p:nvCxnSpPr>
          <p:spPr>
            <a:xfrm>
              <a:off x="2684450" y="1547100"/>
              <a:ext cx="6000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8139885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"/>
          <p:cNvSpPr/>
          <p:nvPr/>
        </p:nvSpPr>
        <p:spPr>
          <a:xfrm flipH="1">
            <a:off x="-25033" y="-47600"/>
            <a:ext cx="1824000" cy="6905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191" name="Google Shape;191;p24"/>
          <p:cNvCxnSpPr/>
          <p:nvPr/>
        </p:nvCxnSpPr>
        <p:spPr>
          <a:xfrm>
            <a:off x="11241041" y="-47600"/>
            <a:ext cx="0" cy="69532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92" name="Google Shape;192;p24"/>
          <p:cNvGrpSpPr/>
          <p:nvPr/>
        </p:nvGrpSpPr>
        <p:grpSpPr>
          <a:xfrm>
            <a:off x="2398633" y="354967"/>
            <a:ext cx="9906000" cy="0"/>
            <a:chOff x="2220050" y="1547100"/>
            <a:chExt cx="7429500" cy="0"/>
          </a:xfrm>
        </p:grpSpPr>
        <p:cxnSp>
          <p:nvCxnSpPr>
            <p:cNvPr id="193" name="Google Shape;193;p24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4" name="Google Shape;194;p24"/>
            <p:cNvCxnSpPr/>
            <p:nvPr/>
          </p:nvCxnSpPr>
          <p:spPr>
            <a:xfrm>
              <a:off x="2684450" y="1547100"/>
              <a:ext cx="6965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942949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7FE41-508D-4183-8CAB-8540F3A4B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9F4E9E-8234-4778-BA31-882B5F607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E25482-0908-4B1E-9A1F-F7A50698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5A61-055B-4170-BE46-C25D554E85A3}" type="datetimeFigureOut">
              <a:rPr lang="es-AR" smtClean="0"/>
              <a:t>18/9/2026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6C812-585C-457A-B483-90BEA538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20A59E-F693-4733-94F1-9BFDB763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7E833E-95F1-4C6B-808F-E34CB1FAB8A4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13303369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65577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7"/>
          <p:cNvSpPr txBox="1">
            <a:spLocks noGrp="1"/>
          </p:cNvSpPr>
          <p:nvPr>
            <p:ph type="title"/>
          </p:nvPr>
        </p:nvSpPr>
        <p:spPr>
          <a:xfrm>
            <a:off x="955700" y="681200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311072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774233" y="2250200"/>
            <a:ext cx="8466800" cy="190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74233" y="4244000"/>
            <a:ext cx="846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303130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7FE41-508D-4183-8CAB-8540F3A4B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9F4E9E-8234-4778-BA31-882B5F607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E25482-0908-4B1E-9A1F-F7A50698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5A61-055B-4170-BE46-C25D554E85A3}" type="datetimeFigureOut">
              <a:rPr lang="es-AR" smtClean="0"/>
              <a:t>18/9/2026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6C812-585C-457A-B483-90BEA538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20A59E-F693-4733-94F1-9BFDB763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7E833E-95F1-4C6B-808F-E34CB1FAB8A4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63700710"/>
      </p:ext>
    </p:extLst>
  </p:cSld>
  <p:clrMapOvr>
    <a:masterClrMapping/>
  </p:clrMapOvr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6400" y="1977067"/>
            <a:ext cx="9599200" cy="196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6400" y="4318936"/>
            <a:ext cx="9599200" cy="56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9100" y="2151"/>
            <a:ext cx="12218051" cy="6862775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9092" y="-9867"/>
            <a:ext cx="12210183" cy="6877733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4255898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50967" y="1465567"/>
            <a:ext cx="4229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35" name="Google Shape;35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" name="Google Shape;36;p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7" name="Google Shape;37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5400000" flipH="1"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665801" y="4949401"/>
            <a:ext cx="2357335" cy="1800767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 txBox="1">
            <a:spLocks noGrp="1"/>
          </p:cNvSpPr>
          <p:nvPr>
            <p:ph type="subTitle" idx="1"/>
          </p:nvPr>
        </p:nvSpPr>
        <p:spPr>
          <a:xfrm>
            <a:off x="950967" y="3507367"/>
            <a:ext cx="4229200" cy="21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813238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1"/>
          </p:nvPr>
        </p:nvSpPr>
        <p:spPr>
          <a:xfrm>
            <a:off x="4738000" y="4072740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2"/>
          </p:nvPr>
        </p:nvSpPr>
        <p:spPr>
          <a:xfrm>
            <a:off x="4738000" y="2198848"/>
            <a:ext cx="63828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3"/>
          </p:nvPr>
        </p:nvSpPr>
        <p:spPr>
          <a:xfrm>
            <a:off x="2479600" y="2198848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4"/>
          </p:nvPr>
        </p:nvSpPr>
        <p:spPr>
          <a:xfrm>
            <a:off x="2479600" y="4072732"/>
            <a:ext cx="2055200" cy="12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 rot="10800000">
            <a:off x="3493967" y="6364633"/>
            <a:ext cx="8698035" cy="493200"/>
            <a:chOff x="0" y="0"/>
            <a:chExt cx="6523526" cy="369900"/>
          </a:xfrm>
        </p:grpSpPr>
        <p:pic>
          <p:nvPicPr>
            <p:cNvPr id="48" name="Google Shape;48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9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0" name="Google Shape;50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5560984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9690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/>
          </a:blip>
          <a:srcRect l="31652" t="131" b="18270"/>
          <a:stretch/>
        </p:blipFill>
        <p:spPr>
          <a:xfrm rot="10800000" flipH="1">
            <a:off x="10932365" y="15167"/>
            <a:ext cx="1564435" cy="1426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-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80331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40657352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3090600" y="1742800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392259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847400" y="1585467"/>
            <a:ext cx="6497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847400" y="4204667"/>
            <a:ext cx="64972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800"/>
            <a:ext cx="6508231" cy="4876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0984863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2078799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3302000" y="2496600"/>
            <a:ext cx="5588000" cy="139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3302000" y="3786600"/>
            <a:ext cx="5588000" cy="5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227712" y="351491"/>
            <a:ext cx="2357333" cy="18007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12192000" cy="6877733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6707" y="0"/>
            <a:ext cx="12198708" cy="6871867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54422633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70980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2" hasCustomPrompt="1"/>
          </p:nvPr>
        </p:nvSpPr>
        <p:spPr>
          <a:xfrm>
            <a:off x="5012273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 idx="3" hasCustomPrompt="1"/>
          </p:nvPr>
        </p:nvSpPr>
        <p:spPr>
          <a:xfrm>
            <a:off x="6253340" y="226546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4" hasCustomPrompt="1"/>
          </p:nvPr>
        </p:nvSpPr>
        <p:spPr>
          <a:xfrm>
            <a:off x="5012257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5" hasCustomPrompt="1"/>
          </p:nvPr>
        </p:nvSpPr>
        <p:spPr>
          <a:xfrm>
            <a:off x="6253324" y="3709005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title" idx="6" hasCustomPrompt="1"/>
          </p:nvPr>
        </p:nvSpPr>
        <p:spPr>
          <a:xfrm>
            <a:off x="5012276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7" hasCustomPrompt="1"/>
          </p:nvPr>
        </p:nvSpPr>
        <p:spPr>
          <a:xfrm>
            <a:off x="6253343" y="5152551"/>
            <a:ext cx="926400" cy="9264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1707467" y="2265467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8"/>
          </p:nvPr>
        </p:nvSpPr>
        <p:spPr>
          <a:xfrm>
            <a:off x="1707467" y="3709016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9"/>
          </p:nvPr>
        </p:nvSpPr>
        <p:spPr>
          <a:xfrm>
            <a:off x="1707467" y="5152564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13"/>
          </p:nvPr>
        </p:nvSpPr>
        <p:spPr>
          <a:xfrm>
            <a:off x="7433733" y="226546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4"/>
          </p:nvPr>
        </p:nvSpPr>
        <p:spPr>
          <a:xfrm>
            <a:off x="7433733" y="3709005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5"/>
          </p:nvPr>
        </p:nvSpPr>
        <p:spPr>
          <a:xfrm>
            <a:off x="7433733" y="5152551"/>
            <a:ext cx="3050800" cy="9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118" name="Google Shape;118;p13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19" name="Google Shape;119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0" name="Google Shape;12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1" name="Google Shape;121;p13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22" name="Google Shape;122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326515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5113900" y="1068676"/>
            <a:ext cx="5452400" cy="14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5113900" y="2530900"/>
            <a:ext cx="5452400" cy="28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343553" y="615044"/>
            <a:ext cx="2357333" cy="13970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10520900" y="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5175599" y="6336334"/>
            <a:ext cx="7014035" cy="517367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0751043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950967" y="1316717"/>
            <a:ext cx="5726400" cy="141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950967" y="2812884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7525033" y="719333"/>
            <a:ext cx="37160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33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10012802" y="4671672"/>
            <a:ext cx="2288927" cy="17439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" y="0"/>
            <a:ext cx="7783865" cy="714733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950967" y="2812900"/>
            <a:ext cx="5726400" cy="33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333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641149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>
            <a:spLocks noGrp="1"/>
          </p:cNvSpPr>
          <p:nvPr>
            <p:ph type="title"/>
          </p:nvPr>
        </p:nvSpPr>
        <p:spPr>
          <a:xfrm>
            <a:off x="8001833" y="719333"/>
            <a:ext cx="3239200" cy="14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subTitle" idx="1"/>
          </p:nvPr>
        </p:nvSpPr>
        <p:spPr>
          <a:xfrm>
            <a:off x="8001833" y="2020533"/>
            <a:ext cx="3239200" cy="16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950967" y="719333"/>
            <a:ext cx="3734800" cy="54196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49" name="Google Shape;149;p16"/>
          <p:cNvSpPr>
            <a:spLocks noGrp="1"/>
          </p:cNvSpPr>
          <p:nvPr>
            <p:ph type="pic" idx="3"/>
          </p:nvPr>
        </p:nvSpPr>
        <p:spPr>
          <a:xfrm>
            <a:off x="4794100" y="719333"/>
            <a:ext cx="2921600" cy="310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50" name="Google Shape;150;p16"/>
          <p:cNvSpPr>
            <a:spLocks noGrp="1"/>
          </p:cNvSpPr>
          <p:nvPr>
            <p:ph type="pic" idx="4"/>
          </p:nvPr>
        </p:nvSpPr>
        <p:spPr>
          <a:xfrm>
            <a:off x="4794100" y="3938367"/>
            <a:ext cx="6446800" cy="2200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pic>
        <p:nvPicPr>
          <p:cNvPr id="151" name="Google Shape;151;p16"/>
          <p:cNvPicPr preferRelativeResize="0"/>
          <p:nvPr/>
        </p:nvPicPr>
        <p:blipFill rotWithShape="1">
          <a:blip r:embed="rId3">
            <a:alphaModFix/>
          </a:blip>
          <a:srcRect l="73637" t="130" b="130"/>
          <a:stretch/>
        </p:blipFill>
        <p:spPr>
          <a:xfrm>
            <a:off x="13652" y="4496601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16"/>
          <p:cNvGrpSpPr/>
          <p:nvPr/>
        </p:nvGrpSpPr>
        <p:grpSpPr>
          <a:xfrm>
            <a:off x="-1" y="2800"/>
            <a:ext cx="12192001" cy="6855184"/>
            <a:chOff x="-1" y="2100"/>
            <a:chExt cx="9144001" cy="5141388"/>
          </a:xfrm>
        </p:grpSpPr>
        <p:pic>
          <p:nvPicPr>
            <p:cNvPr id="153" name="Google Shape;153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4" name="Google Shape;154;p1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5" name="Google Shape;155;p16"/>
          <p:cNvGrpSpPr/>
          <p:nvPr/>
        </p:nvGrpSpPr>
        <p:grpSpPr>
          <a:xfrm>
            <a:off x="7142036" y="6336334"/>
            <a:ext cx="5047597" cy="517367"/>
            <a:chOff x="5356527" y="4752250"/>
            <a:chExt cx="3785698" cy="388025"/>
          </a:xfrm>
        </p:grpSpPr>
        <p:pic>
          <p:nvPicPr>
            <p:cNvPr id="156" name="Google Shape;156;p1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5356527" y="4752250"/>
              <a:ext cx="3785698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16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653617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1_Title and text 2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960000" y="853440"/>
            <a:ext cx="4313200" cy="1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960000" y="2802500"/>
            <a:ext cx="4313200" cy="1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78055253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165" name="Google Shape;165;p18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66" name="Google Shape;166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7" name="Google Shape;167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8" name="Google Shape;168;p18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169" name="Google Shape;16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1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1" name="Google Shape;171;p18"/>
          <p:cNvSpPr txBox="1">
            <a:spLocks noGrp="1"/>
          </p:cNvSpPr>
          <p:nvPr>
            <p:ph type="body" idx="1"/>
          </p:nvPr>
        </p:nvSpPr>
        <p:spPr>
          <a:xfrm>
            <a:off x="2860800" y="2802500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72" name="Google Shape;172;p18"/>
          <p:cNvSpPr txBox="1">
            <a:spLocks noGrp="1"/>
          </p:cNvSpPr>
          <p:nvPr>
            <p:ph type="subTitle" idx="2"/>
          </p:nvPr>
        </p:nvSpPr>
        <p:spPr>
          <a:xfrm>
            <a:off x="2860800" y="2801533"/>
            <a:ext cx="6470400" cy="23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4430823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>
            <a:spLocks noGrp="1"/>
          </p:cNvSpPr>
          <p:nvPr>
            <p:ph type="title"/>
          </p:nvPr>
        </p:nvSpPr>
        <p:spPr>
          <a:xfrm>
            <a:off x="960000" y="717989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76" name="Google Shape;176;p19"/>
          <p:cNvSpPr txBox="1">
            <a:spLocks noGrp="1"/>
          </p:cNvSpPr>
          <p:nvPr>
            <p:ph type="subTitle" idx="1"/>
          </p:nvPr>
        </p:nvSpPr>
        <p:spPr>
          <a:xfrm>
            <a:off x="946333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7" name="Google Shape;177;p19"/>
          <p:cNvSpPr txBox="1">
            <a:spLocks noGrp="1"/>
          </p:cNvSpPr>
          <p:nvPr>
            <p:ph type="subTitle" idx="2"/>
          </p:nvPr>
        </p:nvSpPr>
        <p:spPr>
          <a:xfrm>
            <a:off x="4609884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subTitle" idx="3"/>
          </p:nvPr>
        </p:nvSpPr>
        <p:spPr>
          <a:xfrm>
            <a:off x="8273435" y="3515467"/>
            <a:ext cx="2967600" cy="262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4"/>
          </p:nvPr>
        </p:nvSpPr>
        <p:spPr>
          <a:xfrm>
            <a:off x="946344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ubTitle" idx="5"/>
          </p:nvPr>
        </p:nvSpPr>
        <p:spPr>
          <a:xfrm>
            <a:off x="4612212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81" name="Google Shape;181;p19"/>
          <p:cNvSpPr txBox="1">
            <a:spLocks noGrp="1"/>
          </p:cNvSpPr>
          <p:nvPr>
            <p:ph type="subTitle" idx="6"/>
          </p:nvPr>
        </p:nvSpPr>
        <p:spPr>
          <a:xfrm>
            <a:off x="8273447" y="2764388"/>
            <a:ext cx="2967600" cy="94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pic>
        <p:nvPicPr>
          <p:cNvPr id="182" name="Google Shape;18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10894934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3" name="Google Shape;183;p19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184" name="Google Shape;184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506004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960000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6508221" y="2239133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960000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6508221" y="4528267"/>
            <a:ext cx="4732800" cy="1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960000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960000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6508169" y="1906515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6508173" y="4195881"/>
            <a:ext cx="4732800" cy="50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6291"/>
            <a:ext cx="12192001" cy="6864276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6292"/>
            <a:ext cx="6508231" cy="4876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20194899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1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subTitle" idx="1"/>
          </p:nvPr>
        </p:nvSpPr>
        <p:spPr>
          <a:xfrm>
            <a:off x="960100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subTitle" idx="2"/>
          </p:nvPr>
        </p:nvSpPr>
        <p:spPr>
          <a:xfrm>
            <a:off x="4525173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subTitle" idx="3"/>
          </p:nvPr>
        </p:nvSpPr>
        <p:spPr>
          <a:xfrm>
            <a:off x="960100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ubTitle" idx="4"/>
          </p:nvPr>
        </p:nvSpPr>
        <p:spPr>
          <a:xfrm>
            <a:off x="4525173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0" name="Google Shape;210;p21"/>
          <p:cNvSpPr txBox="1">
            <a:spLocks noGrp="1"/>
          </p:cNvSpPr>
          <p:nvPr>
            <p:ph type="subTitle" idx="5"/>
          </p:nvPr>
        </p:nvSpPr>
        <p:spPr>
          <a:xfrm>
            <a:off x="8090248" y="2243328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1" name="Google Shape;211;p21"/>
          <p:cNvSpPr txBox="1">
            <a:spLocks noGrp="1"/>
          </p:cNvSpPr>
          <p:nvPr>
            <p:ph type="subTitle" idx="6"/>
          </p:nvPr>
        </p:nvSpPr>
        <p:spPr>
          <a:xfrm>
            <a:off x="8090248" y="4531409"/>
            <a:ext cx="3150800" cy="15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7"/>
          </p:nvPr>
        </p:nvSpPr>
        <p:spPr>
          <a:xfrm>
            <a:off x="960100" y="1901952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subTitle" idx="8"/>
          </p:nvPr>
        </p:nvSpPr>
        <p:spPr>
          <a:xfrm>
            <a:off x="4527173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4" name="Google Shape;214;p21"/>
          <p:cNvSpPr txBox="1">
            <a:spLocks noGrp="1"/>
          </p:cNvSpPr>
          <p:nvPr>
            <p:ph type="subTitle" idx="9"/>
          </p:nvPr>
        </p:nvSpPr>
        <p:spPr>
          <a:xfrm>
            <a:off x="8090248" y="1901952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5" name="Google Shape;215;p21"/>
          <p:cNvSpPr txBox="1">
            <a:spLocks noGrp="1"/>
          </p:cNvSpPr>
          <p:nvPr>
            <p:ph type="subTitle" idx="13"/>
          </p:nvPr>
        </p:nvSpPr>
        <p:spPr>
          <a:xfrm>
            <a:off x="960100" y="4194048"/>
            <a:ext cx="3150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6" name="Google Shape;216;p21"/>
          <p:cNvSpPr txBox="1">
            <a:spLocks noGrp="1"/>
          </p:cNvSpPr>
          <p:nvPr>
            <p:ph type="subTitle" idx="14"/>
          </p:nvPr>
        </p:nvSpPr>
        <p:spPr>
          <a:xfrm>
            <a:off x="4525173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17" name="Google Shape;217;p21"/>
          <p:cNvSpPr txBox="1">
            <a:spLocks noGrp="1"/>
          </p:cNvSpPr>
          <p:nvPr>
            <p:ph type="subTitle" idx="15"/>
          </p:nvPr>
        </p:nvSpPr>
        <p:spPr>
          <a:xfrm>
            <a:off x="8090248" y="4194055"/>
            <a:ext cx="31468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b="1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pic>
        <p:nvPicPr>
          <p:cNvPr id="218" name="Google Shape;218;p21"/>
          <p:cNvPicPr preferRelativeResize="0"/>
          <p:nvPr/>
        </p:nvPicPr>
        <p:blipFill rotWithShape="1">
          <a:blip r:embed="rId3">
            <a:alphaModFix/>
          </a:blip>
          <a:srcRect l="68149" b="22414"/>
          <a:stretch/>
        </p:blipFill>
        <p:spPr>
          <a:xfrm rot="10800000">
            <a:off x="11441132" y="85835"/>
            <a:ext cx="750835" cy="1397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904364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2"/>
          <p:cNvSpPr txBox="1">
            <a:spLocks noGrp="1"/>
          </p:cNvSpPr>
          <p:nvPr>
            <p:ph type="title" hasCustomPrompt="1"/>
          </p:nvPr>
        </p:nvSpPr>
        <p:spPr>
          <a:xfrm>
            <a:off x="4133184" y="2726839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3" name="Google Shape;223;p22"/>
          <p:cNvSpPr txBox="1">
            <a:spLocks noGrp="1"/>
          </p:cNvSpPr>
          <p:nvPr>
            <p:ph type="subTitle" idx="1"/>
          </p:nvPr>
        </p:nvSpPr>
        <p:spPr>
          <a:xfrm>
            <a:off x="4133197" y="3650433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24" name="Google Shape;224;p22"/>
          <p:cNvSpPr txBox="1">
            <a:spLocks noGrp="1"/>
          </p:cNvSpPr>
          <p:nvPr>
            <p:ph type="title" idx="2" hasCustomPrompt="1"/>
          </p:nvPr>
        </p:nvSpPr>
        <p:spPr>
          <a:xfrm>
            <a:off x="4133205" y="893251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5" name="Google Shape;225;p22"/>
          <p:cNvSpPr txBox="1">
            <a:spLocks noGrp="1"/>
          </p:cNvSpPr>
          <p:nvPr>
            <p:ph type="subTitle" idx="3"/>
          </p:nvPr>
        </p:nvSpPr>
        <p:spPr>
          <a:xfrm>
            <a:off x="4133205" y="1816861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26" name="Google Shape;226;p22"/>
          <p:cNvSpPr txBox="1">
            <a:spLocks noGrp="1"/>
          </p:cNvSpPr>
          <p:nvPr>
            <p:ph type="title" idx="4" hasCustomPrompt="1"/>
          </p:nvPr>
        </p:nvSpPr>
        <p:spPr>
          <a:xfrm>
            <a:off x="4133195" y="4560423"/>
            <a:ext cx="39256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subTitle" idx="5"/>
          </p:nvPr>
        </p:nvSpPr>
        <p:spPr>
          <a:xfrm>
            <a:off x="4133208" y="5484017"/>
            <a:ext cx="3925600" cy="4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228" name="Google Shape;228;p22"/>
          <p:cNvGrpSpPr/>
          <p:nvPr/>
        </p:nvGrpSpPr>
        <p:grpSpPr>
          <a:xfrm>
            <a:off x="0" y="0"/>
            <a:ext cx="12198725" cy="6871879"/>
            <a:chOff x="0" y="0"/>
            <a:chExt cx="9149044" cy="5153909"/>
          </a:xfrm>
        </p:grpSpPr>
        <p:grpSp>
          <p:nvGrpSpPr>
            <p:cNvPr id="229" name="Google Shape;229;p22"/>
            <p:cNvGrpSpPr/>
            <p:nvPr/>
          </p:nvGrpSpPr>
          <p:grpSpPr>
            <a:xfrm>
              <a:off x="2633519" y="4796608"/>
              <a:ext cx="6515525" cy="357300"/>
              <a:chOff x="2633519" y="4796608"/>
              <a:chExt cx="6515525" cy="357300"/>
            </a:xfrm>
          </p:grpSpPr>
          <p:pic>
            <p:nvPicPr>
              <p:cNvPr id="230" name="Google Shape;230;p2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33519" y="4796608"/>
                <a:ext cx="6515525" cy="3573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1" name="Google Shape;231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9407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32" name="Google Shape;232;p22"/>
            <p:cNvGrpSpPr/>
            <p:nvPr/>
          </p:nvGrpSpPr>
          <p:grpSpPr>
            <a:xfrm>
              <a:off x="0" y="0"/>
              <a:ext cx="6523526" cy="359400"/>
              <a:chOff x="0" y="0"/>
              <a:chExt cx="6523526" cy="359400"/>
            </a:xfrm>
          </p:grpSpPr>
          <p:pic>
            <p:nvPicPr>
              <p:cNvPr id="233" name="Google Shape;233;p2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4" name="Google Shape;234;p2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35" name="Google Shape;235;p22"/>
          <p:cNvPicPr preferRelativeResize="0"/>
          <p:nvPr/>
        </p:nvPicPr>
        <p:blipFill rotWithShape="1">
          <a:blip r:embed="rId6">
            <a:alphaModFix/>
          </a:blip>
          <a:srcRect t="130" b="130"/>
          <a:stretch/>
        </p:blipFill>
        <p:spPr>
          <a:xfrm rot="5400000">
            <a:off x="-170898" y="4750072"/>
            <a:ext cx="2288927" cy="17439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741600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239" name="Google Shape;239;p23"/>
          <p:cNvGrpSpPr/>
          <p:nvPr/>
        </p:nvGrpSpPr>
        <p:grpSpPr>
          <a:xfrm>
            <a:off x="0" y="0"/>
            <a:ext cx="8698035" cy="493200"/>
            <a:chOff x="0" y="0"/>
            <a:chExt cx="6523526" cy="369900"/>
          </a:xfrm>
        </p:grpSpPr>
        <p:pic>
          <p:nvPicPr>
            <p:cNvPr id="240" name="Google Shape;240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1" name="Google Shape;241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42" name="Google Shape;242;p23"/>
          <p:cNvGrpSpPr/>
          <p:nvPr/>
        </p:nvGrpSpPr>
        <p:grpSpPr>
          <a:xfrm>
            <a:off x="0" y="0"/>
            <a:ext cx="12192000" cy="6858016"/>
            <a:chOff x="0" y="0"/>
            <a:chExt cx="9144000" cy="5143512"/>
          </a:xfrm>
        </p:grpSpPr>
        <p:pic>
          <p:nvPicPr>
            <p:cNvPr id="243" name="Google Shape;24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4" name="Google Shape;244;p2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17280493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pic>
        <p:nvPicPr>
          <p:cNvPr id="248" name="Google Shape;248;p24"/>
          <p:cNvPicPr preferRelativeResize="0"/>
          <p:nvPr/>
        </p:nvPicPr>
        <p:blipFill rotWithShape="1">
          <a:blip r:embed="rId3">
            <a:alphaModFix/>
          </a:blip>
          <a:srcRect l="14814" b="34262"/>
          <a:stretch/>
        </p:blipFill>
        <p:spPr>
          <a:xfrm rot="10800000">
            <a:off x="10205532" y="-54035"/>
            <a:ext cx="2008101" cy="118376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9" name="Google Shape;249;p24"/>
          <p:cNvGrpSpPr/>
          <p:nvPr/>
        </p:nvGrpSpPr>
        <p:grpSpPr>
          <a:xfrm flipH="1">
            <a:off x="0" y="0"/>
            <a:ext cx="12192000" cy="6858016"/>
            <a:chOff x="0" y="0"/>
            <a:chExt cx="9144000" cy="5143512"/>
          </a:xfrm>
        </p:grpSpPr>
        <p:pic>
          <p:nvPicPr>
            <p:cNvPr id="250" name="Google Shape;250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171225" y="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1" name="Google Shape;251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4170737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7700102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3493967" y="0"/>
            <a:ext cx="8698035" cy="4932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11100051" y="5689050"/>
            <a:ext cx="1034600" cy="104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1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044138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3">
            <a:alphaModFix/>
          </a:blip>
          <a:srcRect t="129" b="35496"/>
          <a:stretch/>
        </p:blipFill>
        <p:spPr>
          <a:xfrm>
            <a:off x="8394901" y="5725163"/>
            <a:ext cx="2288935" cy="1125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6"/>
          <p:cNvGrpSpPr/>
          <p:nvPr/>
        </p:nvGrpSpPr>
        <p:grpSpPr>
          <a:xfrm>
            <a:off x="1" y="0"/>
            <a:ext cx="5052697" cy="479200"/>
            <a:chOff x="0" y="0"/>
            <a:chExt cx="3789523" cy="359400"/>
          </a:xfrm>
        </p:grpSpPr>
        <p:pic>
          <p:nvPicPr>
            <p:cNvPr id="265" name="Google Shape;265;p2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0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6" name="Google Shape;266;p2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67" name="Google Shape;26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0800000" flipH="1">
            <a:off x="10894968" y="5560968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060511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271" name="Google Shape;271;p27"/>
          <p:cNvGrpSpPr/>
          <p:nvPr/>
        </p:nvGrpSpPr>
        <p:grpSpPr>
          <a:xfrm rot="10800000" flipH="1">
            <a:off x="6841498" y="0"/>
            <a:ext cx="5350503" cy="479200"/>
            <a:chOff x="5129348" y="4780863"/>
            <a:chExt cx="4012877" cy="359400"/>
          </a:xfrm>
        </p:grpSpPr>
        <p:pic>
          <p:nvPicPr>
            <p:cNvPr id="272" name="Google Shape;272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>
              <a:off x="5129348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3" name="Google Shape;273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74" name="Google Shape;27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5400000">
            <a:off x="-33" y="1"/>
            <a:ext cx="1297033" cy="12970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8918139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grpSp>
        <p:nvGrpSpPr>
          <p:cNvPr id="278" name="Google Shape;278;p28"/>
          <p:cNvGrpSpPr/>
          <p:nvPr/>
        </p:nvGrpSpPr>
        <p:grpSpPr>
          <a:xfrm>
            <a:off x="0" y="17"/>
            <a:ext cx="12192000" cy="6857983"/>
            <a:chOff x="0" y="12"/>
            <a:chExt cx="9144000" cy="5143487"/>
          </a:xfrm>
        </p:grpSpPr>
        <p:pic>
          <p:nvPicPr>
            <p:cNvPr id="279" name="Google Shape;279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-5400000" flipH="1">
              <a:off x="0" y="4170725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0" name="Google Shape;280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-5400000" flipH="1">
              <a:off x="8171225" y="12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1" name="Google Shape;281;p28"/>
          <p:cNvGrpSpPr/>
          <p:nvPr/>
        </p:nvGrpSpPr>
        <p:grpSpPr>
          <a:xfrm rot="10800000">
            <a:off x="1" y="0"/>
            <a:ext cx="5350503" cy="479200"/>
            <a:chOff x="5129346" y="4780863"/>
            <a:chExt cx="4012877" cy="359400"/>
          </a:xfrm>
        </p:grpSpPr>
        <p:pic>
          <p:nvPicPr>
            <p:cNvPr id="282" name="Google Shape;282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5129346" y="4780863"/>
              <a:ext cx="4012877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3" name="Google Shape;283;p2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260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4149242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9"/>
          <p:cNvSpPr txBox="1">
            <a:spLocks noGrp="1"/>
          </p:cNvSpPr>
          <p:nvPr>
            <p:ph type="title"/>
          </p:nvPr>
        </p:nvSpPr>
        <p:spPr>
          <a:xfrm>
            <a:off x="950969" y="720000"/>
            <a:ext cx="55352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5333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287" name="Google Shape;287;p29"/>
          <p:cNvSpPr txBox="1">
            <a:spLocks noGrp="1"/>
          </p:cNvSpPr>
          <p:nvPr>
            <p:ph type="subTitle" idx="1"/>
          </p:nvPr>
        </p:nvSpPr>
        <p:spPr>
          <a:xfrm>
            <a:off x="950951" y="3159133"/>
            <a:ext cx="49324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288" name="Google Shape;288;p29"/>
          <p:cNvSpPr>
            <a:spLocks noGrp="1"/>
          </p:cNvSpPr>
          <p:nvPr>
            <p:ph type="pic" idx="2"/>
          </p:nvPr>
        </p:nvSpPr>
        <p:spPr>
          <a:xfrm>
            <a:off x="950967" y="719400"/>
            <a:ext cx="4096800" cy="54192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grpSp>
        <p:nvGrpSpPr>
          <p:cNvPr id="289" name="Google Shape;289;p29"/>
          <p:cNvGrpSpPr/>
          <p:nvPr/>
        </p:nvGrpSpPr>
        <p:grpSpPr>
          <a:xfrm>
            <a:off x="-9088" y="1"/>
            <a:ext cx="12201269" cy="6871884"/>
            <a:chOff x="-6816" y="0"/>
            <a:chExt cx="9150952" cy="5153913"/>
          </a:xfrm>
        </p:grpSpPr>
        <p:grpSp>
          <p:nvGrpSpPr>
            <p:cNvPr id="290" name="Google Shape;290;p29"/>
            <p:cNvGrpSpPr/>
            <p:nvPr/>
          </p:nvGrpSpPr>
          <p:grpSpPr>
            <a:xfrm flipH="1">
              <a:off x="5354613" y="0"/>
              <a:ext cx="3789523" cy="359400"/>
              <a:chOff x="0" y="0"/>
              <a:chExt cx="3789523" cy="359400"/>
            </a:xfrm>
          </p:grpSpPr>
          <p:pic>
            <p:nvPicPr>
              <p:cNvPr id="291" name="Google Shape;291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0" y="0"/>
                <a:ext cx="3789523" cy="359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2" name="Google Shape;292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65125" y="1452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293" name="Google Shape;293;p29"/>
            <p:cNvGrpSpPr/>
            <p:nvPr/>
          </p:nvGrpSpPr>
          <p:grpSpPr>
            <a:xfrm flipH="1">
              <a:off x="-6816" y="4765888"/>
              <a:ext cx="3785698" cy="388025"/>
              <a:chOff x="5363346" y="4765888"/>
              <a:chExt cx="3785698" cy="388025"/>
            </a:xfrm>
          </p:grpSpPr>
          <p:pic>
            <p:nvPicPr>
              <p:cNvPr id="294" name="Google Shape;294;p29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 rot="10800000">
                <a:off x="5363346" y="4765888"/>
                <a:ext cx="3785698" cy="3880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9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300206" y="49254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96" name="Google Shape;296;p29"/>
          <p:cNvGrpSpPr/>
          <p:nvPr/>
        </p:nvGrpSpPr>
        <p:grpSpPr>
          <a:xfrm>
            <a:off x="1" y="-15384"/>
            <a:ext cx="12191999" cy="6873367"/>
            <a:chOff x="0" y="-11538"/>
            <a:chExt cx="9143999" cy="5155025"/>
          </a:xfrm>
        </p:grpSpPr>
        <p:pic>
          <p:nvPicPr>
            <p:cNvPr id="297" name="Google Shape;297;p2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flipH="1">
              <a:off x="0" y="-11538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2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 flipH="1">
              <a:off x="8171224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9" name="Google Shape;299;p29"/>
          <p:cNvSpPr txBox="1"/>
          <p:nvPr/>
        </p:nvSpPr>
        <p:spPr>
          <a:xfrm>
            <a:off x="950965" y="4723100"/>
            <a:ext cx="4567200" cy="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" sz="1333" b="1" u="sng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8"/>
              </a:rPr>
              <a:t>Slidesgo</a:t>
            </a:r>
            <a:r>
              <a:rPr lang="en" sz="1333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 </a:t>
            </a:r>
            <a:r>
              <a:rPr lang="en" sz="1333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333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213935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30" b="130"/>
          <a:stretch/>
        </p:blipFill>
        <p:spPr>
          <a:xfrm rot="-5400000">
            <a:off x="-193498" y="4777004"/>
            <a:ext cx="2288927" cy="17439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41451" y="-18200"/>
            <a:ext cx="1668733" cy="16687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8184"/>
            <a:ext cx="11838469" cy="6564824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304026532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/>
          <p:cNvPicPr preferRelativeResize="0"/>
          <p:nvPr/>
        </p:nvPicPr>
        <p:blipFill rotWithShape="1">
          <a:blip r:embed="rId3">
            <a:alphaModFix/>
          </a:blip>
          <a:srcRect l="73637" t="130" b="130"/>
          <a:stretch/>
        </p:blipFill>
        <p:spPr>
          <a:xfrm>
            <a:off x="11510385" y="51834"/>
            <a:ext cx="603432" cy="174393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3" name="Google Shape;313;p31"/>
          <p:cNvGrpSpPr/>
          <p:nvPr/>
        </p:nvGrpSpPr>
        <p:grpSpPr>
          <a:xfrm>
            <a:off x="-35" y="-27275"/>
            <a:ext cx="1297035" cy="6883859"/>
            <a:chOff x="-26" y="-20456"/>
            <a:chExt cx="972776" cy="5162894"/>
          </a:xfrm>
        </p:grpSpPr>
        <p:pic>
          <p:nvPicPr>
            <p:cNvPr id="314" name="Google Shape;314;p3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flipH="1">
              <a:off x="-25" y="-20456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3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5400000" flipH="1">
              <a:off x="-26" y="416966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6" name="Google Shape;316;p31"/>
          <p:cNvGrpSpPr/>
          <p:nvPr/>
        </p:nvGrpSpPr>
        <p:grpSpPr>
          <a:xfrm rot="10800000">
            <a:off x="7157485" y="6378800"/>
            <a:ext cx="5052697" cy="479200"/>
            <a:chOff x="-13638" y="0"/>
            <a:chExt cx="3789523" cy="359400"/>
          </a:xfrm>
        </p:grpSpPr>
        <p:pic>
          <p:nvPicPr>
            <p:cNvPr id="317" name="Google Shape;317;p3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-13638" y="0"/>
              <a:ext cx="3789523" cy="35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8" name="Google Shape;318;p31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65125" y="1452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435443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750338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4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02382112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10800000" flipH="1">
            <a:off x="-104600" y="-104400"/>
            <a:ext cx="4572000" cy="1135200"/>
          </a:xfrm>
          <a:prstGeom prst="round1Rect">
            <a:avLst>
              <a:gd name="adj" fmla="val 16667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077800" y="1992400"/>
            <a:ext cx="6036400" cy="228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077800" y="4272800"/>
            <a:ext cx="6036400" cy="5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8392301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" name="Google Shape;15;p3"/>
          <p:cNvGrpSpPr/>
          <p:nvPr/>
        </p:nvGrpSpPr>
        <p:grpSpPr>
          <a:xfrm>
            <a:off x="0" y="1"/>
            <a:ext cx="12684967" cy="6857900"/>
            <a:chOff x="0" y="0"/>
            <a:chExt cx="9513725" cy="5143425"/>
          </a:xfrm>
        </p:grpSpPr>
        <p:sp>
          <p:nvSpPr>
            <p:cNvPr id="16" name="Google Shape;16;p3"/>
            <p:cNvSpPr/>
            <p:nvPr/>
          </p:nvSpPr>
          <p:spPr>
            <a:xfrm>
              <a:off x="84216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7" name="Google Shape;17;p3"/>
            <p:cNvSpPr/>
            <p:nvPr/>
          </p:nvSpPr>
          <p:spPr>
            <a:xfrm>
              <a:off x="0" y="4014825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8" name="Google Shape;18;p3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7631225" y="3265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20" name="Google Shape;20;p3"/>
          <p:cNvGrpSpPr/>
          <p:nvPr/>
        </p:nvGrpSpPr>
        <p:grpSpPr>
          <a:xfrm>
            <a:off x="-104600" y="-104400"/>
            <a:ext cx="8461551" cy="8635717"/>
            <a:chOff x="-78450" y="-78300"/>
            <a:chExt cx="6346163" cy="6476788"/>
          </a:xfrm>
        </p:grpSpPr>
        <p:sp>
          <p:nvSpPr>
            <p:cNvPr id="21" name="Google Shape;21;p3"/>
            <p:cNvSpPr/>
            <p:nvPr/>
          </p:nvSpPr>
          <p:spPr>
            <a:xfrm rot="10800000" flipH="1">
              <a:off x="-78450" y="-7830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22" name="Google Shape;22;p3"/>
            <p:cNvGrpSpPr/>
            <p:nvPr/>
          </p:nvGrpSpPr>
          <p:grpSpPr>
            <a:xfrm>
              <a:off x="4382438" y="4514238"/>
              <a:ext cx="1885275" cy="1884250"/>
              <a:chOff x="2609275" y="3149350"/>
              <a:chExt cx="1885275" cy="1884250"/>
            </a:xfrm>
          </p:grpSpPr>
          <p:sp>
            <p:nvSpPr>
              <p:cNvPr id="23" name="Google Shape;23;p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" name="Google Shape;25;p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" name="Google Shape;26;p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" name="Google Shape;27;p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" name="Google Shape;28;p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" name="Google Shape;29;p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" name="Google Shape;30;p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" name="Google Shape;31;p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" name="Google Shape;32;p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" name="Google Shape;33;p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" name="Google Shape;34;p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" name="Google Shape;35;p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" name="Google Shape;36;p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" name="Google Shape;37;p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" name="Google Shape;38;p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" name="Google Shape;39;p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" name="Google Shape;40;p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42" name="Google Shape;42;p3"/>
          <p:cNvSpPr txBox="1">
            <a:spLocks noGrp="1"/>
          </p:cNvSpPr>
          <p:nvPr>
            <p:ph type="title"/>
          </p:nvPr>
        </p:nvSpPr>
        <p:spPr>
          <a:xfrm>
            <a:off x="3152600" y="3148400"/>
            <a:ext cx="5886800" cy="201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3" name="Google Shape;43;p3"/>
          <p:cNvSpPr txBox="1">
            <a:spLocks noGrp="1"/>
          </p:cNvSpPr>
          <p:nvPr>
            <p:ph type="title" idx="2" hasCustomPrompt="1"/>
          </p:nvPr>
        </p:nvSpPr>
        <p:spPr>
          <a:xfrm>
            <a:off x="5369800" y="1696000"/>
            <a:ext cx="1452400" cy="1452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79055647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" name="Google Shape;46;p4"/>
          <p:cNvGrpSpPr/>
          <p:nvPr/>
        </p:nvGrpSpPr>
        <p:grpSpPr>
          <a:xfrm>
            <a:off x="-1813549" y="-574333"/>
            <a:ext cx="6114951" cy="7680417"/>
            <a:chOff x="-1360162" y="-430750"/>
            <a:chExt cx="4586213" cy="5760313"/>
          </a:xfrm>
        </p:grpSpPr>
        <p:sp>
          <p:nvSpPr>
            <p:cNvPr id="47" name="Google Shape;47;p4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8" name="Google Shape;48;p4"/>
            <p:cNvGrpSpPr/>
            <p:nvPr/>
          </p:nvGrpSpPr>
          <p:grpSpPr>
            <a:xfrm>
              <a:off x="-1360162" y="3445313"/>
              <a:ext cx="1885275" cy="1884250"/>
              <a:chOff x="2609275" y="3149350"/>
              <a:chExt cx="1885275" cy="1884250"/>
            </a:xfrm>
          </p:grpSpPr>
          <p:sp>
            <p:nvSpPr>
              <p:cNvPr id="49" name="Google Shape;49;p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" name="Google Shape;50;p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1" name="Google Shape;51;p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" name="Google Shape;52;p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4" name="Google Shape;54;p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5" name="Google Shape;55;p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6" name="Google Shape;56;p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7" name="Google Shape;57;p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68" name="Google Shape;68;p4"/>
          <p:cNvGrpSpPr/>
          <p:nvPr/>
        </p:nvGrpSpPr>
        <p:grpSpPr>
          <a:xfrm>
            <a:off x="8142800" y="0"/>
            <a:ext cx="4049200" cy="6858000"/>
            <a:chOff x="6107100" y="0"/>
            <a:chExt cx="3036900" cy="5143500"/>
          </a:xfrm>
        </p:grpSpPr>
        <p:sp>
          <p:nvSpPr>
            <p:cNvPr id="69" name="Google Shape;69;p4"/>
            <p:cNvSpPr/>
            <p:nvPr/>
          </p:nvSpPr>
          <p:spPr>
            <a:xfrm flipH="1">
              <a:off x="6107100" y="4748700"/>
              <a:ext cx="3023100" cy="394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 rot="10800000">
              <a:off x="6928200" y="0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 flipH="1">
              <a:off x="8605675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2" name="Google Shape;72;p4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73" name="Google Shape;73;p4"/>
          <p:cNvSpPr txBox="1">
            <a:spLocks noGrp="1"/>
          </p:cNvSpPr>
          <p:nvPr>
            <p:ph type="body" idx="1"/>
          </p:nvPr>
        </p:nvSpPr>
        <p:spPr>
          <a:xfrm>
            <a:off x="963167" y="1583467"/>
            <a:ext cx="10265600" cy="16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9067735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7" name="Google Shape;77;p5"/>
          <p:cNvGrpSpPr/>
          <p:nvPr/>
        </p:nvGrpSpPr>
        <p:grpSpPr>
          <a:xfrm>
            <a:off x="-270600" y="-2032316"/>
            <a:ext cx="13211933" cy="7799917"/>
            <a:chOff x="-202950" y="-1524237"/>
            <a:chExt cx="9908950" cy="5849938"/>
          </a:xfrm>
        </p:grpSpPr>
        <p:sp>
          <p:nvSpPr>
            <p:cNvPr id="78" name="Google Shape;78;p5"/>
            <p:cNvSpPr/>
            <p:nvPr/>
          </p:nvSpPr>
          <p:spPr>
            <a:xfrm rot="10800000" flipH="1">
              <a:off x="-202950" y="-43075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9" name="Google Shape;79;p5"/>
            <p:cNvGrpSpPr/>
            <p:nvPr/>
          </p:nvGrpSpPr>
          <p:grpSpPr>
            <a:xfrm>
              <a:off x="8719875" y="2230200"/>
              <a:ext cx="986125" cy="2095500"/>
              <a:chOff x="7631225" y="2241175"/>
              <a:chExt cx="986125" cy="2095500"/>
            </a:xfrm>
          </p:grpSpPr>
          <p:cxnSp>
            <p:nvCxnSpPr>
              <p:cNvPr id="80" name="Google Shape;80;p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4" name="Google Shape;94;p5"/>
            <p:cNvGrpSpPr/>
            <p:nvPr/>
          </p:nvGrpSpPr>
          <p:grpSpPr>
            <a:xfrm>
              <a:off x="4865588" y="-1524237"/>
              <a:ext cx="1885275" cy="1884250"/>
              <a:chOff x="2609275" y="3149350"/>
              <a:chExt cx="1885275" cy="1884250"/>
            </a:xfrm>
          </p:grpSpPr>
          <p:sp>
            <p:nvSpPr>
              <p:cNvPr id="95" name="Google Shape;95;p5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6" name="Google Shape;96;p5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7" name="Google Shape;97;p5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8" name="Google Shape;98;p5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9" name="Google Shape;99;p5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0" name="Google Shape;100;p5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1" name="Google Shape;101;p5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2" name="Google Shape;102;p5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3" name="Google Shape;103;p5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4" name="Google Shape;104;p5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5" name="Google Shape;105;p5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6" name="Google Shape;106;p5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7" name="Google Shape;107;p5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8" name="Google Shape;108;p5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09" name="Google Shape;109;p5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10" name="Google Shape;110;p5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11" name="Google Shape;111;p5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12" name="Google Shape;112;p5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13" name="Google Shape;113;p5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114" name="Google Shape;114;p5"/>
          <p:cNvGrpSpPr/>
          <p:nvPr/>
        </p:nvGrpSpPr>
        <p:grpSpPr>
          <a:xfrm>
            <a:off x="-7838" y="196034"/>
            <a:ext cx="12748039" cy="6661967"/>
            <a:chOff x="-5879" y="147025"/>
            <a:chExt cx="9561029" cy="4996475"/>
          </a:xfrm>
        </p:grpSpPr>
        <p:sp>
          <p:nvSpPr>
            <p:cNvPr id="115" name="Google Shape;115;p5"/>
            <p:cNvSpPr/>
            <p:nvPr/>
          </p:nvSpPr>
          <p:spPr>
            <a:xfrm>
              <a:off x="0" y="4570725"/>
              <a:ext cx="3023100" cy="572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672650" y="14702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 flipH="1">
              <a:off x="6920275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-5879" y="3272100"/>
              <a:ext cx="530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subTitle" idx="1"/>
          </p:nvPr>
        </p:nvSpPr>
        <p:spPr>
          <a:xfrm>
            <a:off x="1101933" y="2780333"/>
            <a:ext cx="4688800" cy="2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2"/>
          </p:nvPr>
        </p:nvSpPr>
        <p:spPr>
          <a:xfrm>
            <a:off x="6401233" y="2780333"/>
            <a:ext cx="4688800" cy="2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3523705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4" name="Google Shape;124;p6"/>
          <p:cNvGrpSpPr/>
          <p:nvPr/>
        </p:nvGrpSpPr>
        <p:grpSpPr>
          <a:xfrm>
            <a:off x="-418200" y="-33"/>
            <a:ext cx="12610200" cy="6857933"/>
            <a:chOff x="-313650" y="-25"/>
            <a:chExt cx="9457650" cy="5143450"/>
          </a:xfrm>
        </p:grpSpPr>
        <p:sp>
          <p:nvSpPr>
            <p:cNvPr id="125" name="Google Shape;125;p6"/>
            <p:cNvSpPr/>
            <p:nvPr/>
          </p:nvSpPr>
          <p:spPr>
            <a:xfrm rot="10800000">
              <a:off x="8676300" y="-25"/>
              <a:ext cx="467700" cy="14568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26" name="Google Shape;126;p6"/>
            <p:cNvSpPr/>
            <p:nvPr/>
          </p:nvSpPr>
          <p:spPr>
            <a:xfrm rot="10800000">
              <a:off x="6880500" y="-12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27" name="Google Shape;127;p6"/>
            <p:cNvSpPr/>
            <p:nvPr/>
          </p:nvSpPr>
          <p:spPr>
            <a:xfrm>
              <a:off x="-313650" y="46040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28" name="Google Shape;128;p6"/>
            <p:cNvSpPr/>
            <p:nvPr/>
          </p:nvSpPr>
          <p:spPr>
            <a:xfrm flipH="1">
              <a:off x="5715000" y="4681725"/>
              <a:ext cx="3429000" cy="461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129" name="Google Shape;129;p6"/>
          <p:cNvGrpSpPr/>
          <p:nvPr/>
        </p:nvGrpSpPr>
        <p:grpSpPr>
          <a:xfrm>
            <a:off x="-1553715" y="-897649"/>
            <a:ext cx="2513700" cy="2512333"/>
            <a:chOff x="2609275" y="3149350"/>
            <a:chExt cx="1885275" cy="1884250"/>
          </a:xfrm>
        </p:grpSpPr>
        <p:sp>
          <p:nvSpPr>
            <p:cNvPr id="130" name="Google Shape;130;p6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1" name="Google Shape;131;p6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2" name="Google Shape;132;p6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3" name="Google Shape;133;p6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4" name="Google Shape;134;p6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5" name="Google Shape;135;p6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6" name="Google Shape;136;p6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7" name="Google Shape;137;p6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8" name="Google Shape;138;p6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9" name="Google Shape;139;p6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0" name="Google Shape;140;p6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1" name="Google Shape;141;p6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2" name="Google Shape;142;p6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3" name="Google Shape;143;p6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4" name="Google Shape;144;p6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5" name="Google Shape;145;p6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6" name="Google Shape;146;p6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7" name="Google Shape;147;p6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8" name="Google Shape;148;p6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49" name="Google Shape;149;p6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7940646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2" name="Google Shape;152;p7"/>
          <p:cNvGrpSpPr/>
          <p:nvPr/>
        </p:nvGrpSpPr>
        <p:grpSpPr>
          <a:xfrm>
            <a:off x="0" y="0"/>
            <a:ext cx="3018000" cy="2495200"/>
            <a:chOff x="0" y="0"/>
            <a:chExt cx="2263500" cy="1871400"/>
          </a:xfrm>
        </p:grpSpPr>
        <p:sp>
          <p:nvSpPr>
            <p:cNvPr id="153" name="Google Shape;153;p7"/>
            <p:cNvSpPr/>
            <p:nvPr/>
          </p:nvSpPr>
          <p:spPr>
            <a:xfrm>
              <a:off x="0" y="0"/>
              <a:ext cx="5556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54" name="Google Shape;154;p7"/>
            <p:cNvSpPr/>
            <p:nvPr/>
          </p:nvSpPr>
          <p:spPr>
            <a:xfrm rot="10800000" flipH="1">
              <a:off x="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155" name="Google Shape;155;p7"/>
          <p:cNvGrpSpPr/>
          <p:nvPr/>
        </p:nvGrpSpPr>
        <p:grpSpPr>
          <a:xfrm>
            <a:off x="-1873316" y="-2381766"/>
            <a:ext cx="14904967" cy="9236367"/>
            <a:chOff x="-1404987" y="-1786325"/>
            <a:chExt cx="11178725" cy="6927275"/>
          </a:xfrm>
        </p:grpSpPr>
        <p:sp>
          <p:nvSpPr>
            <p:cNvPr id="156" name="Google Shape;156;p7"/>
            <p:cNvSpPr/>
            <p:nvPr/>
          </p:nvSpPr>
          <p:spPr>
            <a:xfrm>
              <a:off x="-78450" y="452985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157" name="Google Shape;157;p7"/>
            <p:cNvGrpSpPr/>
            <p:nvPr/>
          </p:nvGrpSpPr>
          <p:grpSpPr>
            <a:xfrm>
              <a:off x="-1404987" y="2387838"/>
              <a:ext cx="1885275" cy="1884250"/>
              <a:chOff x="2609275" y="3149350"/>
              <a:chExt cx="1885275" cy="1884250"/>
            </a:xfrm>
          </p:grpSpPr>
          <p:sp>
            <p:nvSpPr>
              <p:cNvPr id="158" name="Google Shape;158;p7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59" name="Google Shape;159;p7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0" name="Google Shape;160;p7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1" name="Google Shape;161;p7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2" name="Google Shape;162;p7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3" name="Google Shape;163;p7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4" name="Google Shape;164;p7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5" name="Google Shape;165;p7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6" name="Google Shape;166;p7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7" name="Google Shape;167;p7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8" name="Google Shape;168;p7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69" name="Google Shape;169;p7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0" name="Google Shape;170;p7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1" name="Google Shape;171;p7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2" name="Google Shape;172;p7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3" name="Google Shape;173;p7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4" name="Google Shape;174;p7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5" name="Google Shape;175;p7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76" name="Google Shape;176;p7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177" name="Google Shape;177;p7"/>
            <p:cNvSpPr/>
            <p:nvPr/>
          </p:nvSpPr>
          <p:spPr>
            <a:xfrm rot="-5400000">
              <a:off x="7447913" y="-1786325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179" name="Google Shape;179;p7"/>
          <p:cNvSpPr txBox="1">
            <a:spLocks noGrp="1"/>
          </p:cNvSpPr>
          <p:nvPr>
            <p:ph type="body" idx="1"/>
          </p:nvPr>
        </p:nvSpPr>
        <p:spPr>
          <a:xfrm>
            <a:off x="963200" y="2782300"/>
            <a:ext cx="5515600" cy="24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9922427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2" name="Google Shape;182;p8"/>
          <p:cNvGrpSpPr/>
          <p:nvPr/>
        </p:nvGrpSpPr>
        <p:grpSpPr>
          <a:xfrm>
            <a:off x="9165168" y="0"/>
            <a:ext cx="3018000" cy="2495200"/>
            <a:chOff x="6873876" y="0"/>
            <a:chExt cx="2263500" cy="1871400"/>
          </a:xfrm>
        </p:grpSpPr>
        <p:sp>
          <p:nvSpPr>
            <p:cNvPr id="183" name="Google Shape;183;p8"/>
            <p:cNvSpPr/>
            <p:nvPr/>
          </p:nvSpPr>
          <p:spPr>
            <a:xfrm flipH="1">
              <a:off x="8414976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184" name="Google Shape;184;p8"/>
            <p:cNvSpPr/>
            <p:nvPr/>
          </p:nvSpPr>
          <p:spPr>
            <a:xfrm rot="10800000">
              <a:off x="6873876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185" name="Google Shape;185;p8"/>
          <p:cNvGrpSpPr/>
          <p:nvPr/>
        </p:nvGrpSpPr>
        <p:grpSpPr>
          <a:xfrm>
            <a:off x="8071768" y="3202184"/>
            <a:ext cx="5763851" cy="3707635"/>
            <a:chOff x="6053826" y="2401638"/>
            <a:chExt cx="4322888" cy="2780726"/>
          </a:xfrm>
        </p:grpSpPr>
        <p:sp>
          <p:nvSpPr>
            <p:cNvPr id="186" name="Google Shape;186;p8"/>
            <p:cNvSpPr/>
            <p:nvPr/>
          </p:nvSpPr>
          <p:spPr>
            <a:xfrm flipH="1">
              <a:off x="6053826" y="4571263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187" name="Google Shape;187;p8"/>
            <p:cNvGrpSpPr/>
            <p:nvPr/>
          </p:nvGrpSpPr>
          <p:grpSpPr>
            <a:xfrm flipH="1">
              <a:off x="8491439" y="2401638"/>
              <a:ext cx="1885275" cy="1884250"/>
              <a:chOff x="2609275" y="3149350"/>
              <a:chExt cx="1885275" cy="1884250"/>
            </a:xfrm>
          </p:grpSpPr>
          <p:sp>
            <p:nvSpPr>
              <p:cNvPr id="188" name="Google Shape;188;p8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89" name="Google Shape;189;p8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0" name="Google Shape;190;p8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1" name="Google Shape;191;p8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2" name="Google Shape;192;p8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3" name="Google Shape;193;p8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4" name="Google Shape;194;p8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5" name="Google Shape;195;p8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6" name="Google Shape;196;p8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7" name="Google Shape;197;p8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8" name="Google Shape;198;p8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99" name="Google Shape;199;p8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0" name="Google Shape;200;p8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1" name="Google Shape;201;p8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2" name="Google Shape;202;p8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3" name="Google Shape;203;p8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4" name="Google Shape;204;p8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6" name="Google Shape;206;p8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207" name="Google Shape;207;p8"/>
          <p:cNvSpPr txBox="1">
            <a:spLocks noGrp="1"/>
          </p:cNvSpPr>
          <p:nvPr>
            <p:ph type="title"/>
          </p:nvPr>
        </p:nvSpPr>
        <p:spPr>
          <a:xfrm>
            <a:off x="2523067" y="2032000"/>
            <a:ext cx="7146000" cy="27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3363456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1" name="Google Shape;211;p9"/>
          <p:cNvGrpSpPr/>
          <p:nvPr/>
        </p:nvGrpSpPr>
        <p:grpSpPr>
          <a:xfrm>
            <a:off x="1" y="0"/>
            <a:ext cx="12483833" cy="6858000"/>
            <a:chOff x="0" y="0"/>
            <a:chExt cx="9362875" cy="5143500"/>
          </a:xfrm>
        </p:grpSpPr>
        <p:sp>
          <p:nvSpPr>
            <p:cNvPr id="212" name="Google Shape;212;p9"/>
            <p:cNvSpPr/>
            <p:nvPr/>
          </p:nvSpPr>
          <p:spPr>
            <a:xfrm>
              <a:off x="7925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3" name="Google Shape;213;p9"/>
            <p:cNvSpPr/>
            <p:nvPr/>
          </p:nvSpPr>
          <p:spPr>
            <a:xfrm rot="-5400000">
              <a:off x="7825525" y="3832950"/>
              <a:ext cx="1492500" cy="11286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4" name="Google Shape;214;p9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15" name="Google Shape;215;p9"/>
            <p:cNvSpPr/>
            <p:nvPr/>
          </p:nvSpPr>
          <p:spPr>
            <a:xfrm>
              <a:off x="7480375" y="4702475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216" name="Google Shape;216;p9"/>
          <p:cNvSpPr/>
          <p:nvPr/>
        </p:nvSpPr>
        <p:spPr>
          <a:xfrm rot="5400000">
            <a:off x="4913567" y="6439501"/>
            <a:ext cx="3101100" cy="3101100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217" name="Google Shape;217;p9"/>
          <p:cNvSpPr txBox="1">
            <a:spLocks noGrp="1"/>
          </p:cNvSpPr>
          <p:nvPr>
            <p:ph type="title"/>
          </p:nvPr>
        </p:nvSpPr>
        <p:spPr>
          <a:xfrm>
            <a:off x="3107600" y="2291051"/>
            <a:ext cx="5976800" cy="98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218" name="Google Shape;218;p9"/>
          <p:cNvSpPr txBox="1">
            <a:spLocks noGrp="1"/>
          </p:cNvSpPr>
          <p:nvPr>
            <p:ph type="subTitle" idx="1"/>
          </p:nvPr>
        </p:nvSpPr>
        <p:spPr>
          <a:xfrm>
            <a:off x="3107600" y="3115352"/>
            <a:ext cx="5976800" cy="14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0802740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10"/>
          <p:cNvSpPr txBox="1">
            <a:spLocks noGrp="1"/>
          </p:cNvSpPr>
          <p:nvPr>
            <p:ph type="title"/>
          </p:nvPr>
        </p:nvSpPr>
        <p:spPr>
          <a:xfrm>
            <a:off x="1303800" y="5377433"/>
            <a:ext cx="9584400" cy="763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615438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4" name="Google Shape;224;p11"/>
          <p:cNvGrpSpPr/>
          <p:nvPr/>
        </p:nvGrpSpPr>
        <p:grpSpPr>
          <a:xfrm>
            <a:off x="-1873316" y="-2381766"/>
            <a:ext cx="9696133" cy="9373367"/>
            <a:chOff x="-1404987" y="-1786325"/>
            <a:chExt cx="7272100" cy="7030025"/>
          </a:xfrm>
        </p:grpSpPr>
        <p:sp>
          <p:nvSpPr>
            <p:cNvPr id="225" name="Google Shape;225;p11"/>
            <p:cNvSpPr/>
            <p:nvPr/>
          </p:nvSpPr>
          <p:spPr>
            <a:xfrm>
              <a:off x="-76200" y="4632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226" name="Google Shape;226;p11"/>
            <p:cNvGrpSpPr/>
            <p:nvPr/>
          </p:nvGrpSpPr>
          <p:grpSpPr>
            <a:xfrm>
              <a:off x="-1404987" y="2387838"/>
              <a:ext cx="1885275" cy="1884250"/>
              <a:chOff x="2609275" y="3149350"/>
              <a:chExt cx="1885275" cy="1884250"/>
            </a:xfrm>
          </p:grpSpPr>
          <p:sp>
            <p:nvSpPr>
              <p:cNvPr id="227" name="Google Shape;227;p11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28" name="Google Shape;228;p11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29" name="Google Shape;229;p11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4" name="Google Shape;234;p11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5" name="Google Shape;235;p11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39" name="Google Shape;239;p11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0" name="Google Shape;240;p11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3" name="Google Shape;243;p11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4" name="Google Shape;244;p11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246" name="Google Shape;246;p11"/>
            <p:cNvSpPr/>
            <p:nvPr/>
          </p:nvSpPr>
          <p:spPr>
            <a:xfrm rot="-5400000">
              <a:off x="3541288" y="-1786325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247" name="Google Shape;247;p11"/>
          <p:cNvSpPr txBox="1">
            <a:spLocks noGrp="1"/>
          </p:cNvSpPr>
          <p:nvPr>
            <p:ph type="title" hasCustomPrompt="1"/>
          </p:nvPr>
        </p:nvSpPr>
        <p:spPr>
          <a:xfrm>
            <a:off x="1987415" y="2337300"/>
            <a:ext cx="8217200" cy="159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48" name="Google Shape;248;p11"/>
          <p:cNvSpPr txBox="1">
            <a:spLocks noGrp="1"/>
          </p:cNvSpPr>
          <p:nvPr>
            <p:ph type="subTitle" idx="1"/>
          </p:nvPr>
        </p:nvSpPr>
        <p:spPr>
          <a:xfrm>
            <a:off x="1987367" y="3934700"/>
            <a:ext cx="8217200" cy="5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grpSp>
        <p:nvGrpSpPr>
          <p:cNvPr id="249" name="Google Shape;249;p11"/>
          <p:cNvGrpSpPr/>
          <p:nvPr/>
        </p:nvGrpSpPr>
        <p:grpSpPr>
          <a:xfrm>
            <a:off x="0" y="0"/>
            <a:ext cx="3018000" cy="2495200"/>
            <a:chOff x="0" y="0"/>
            <a:chExt cx="2263500" cy="1871400"/>
          </a:xfrm>
        </p:grpSpPr>
        <p:sp>
          <p:nvSpPr>
            <p:cNvPr id="250" name="Google Shape;250;p11"/>
            <p:cNvSpPr/>
            <p:nvPr/>
          </p:nvSpPr>
          <p:spPr>
            <a:xfrm>
              <a:off x="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51" name="Google Shape;251;p11"/>
            <p:cNvSpPr/>
            <p:nvPr/>
          </p:nvSpPr>
          <p:spPr>
            <a:xfrm rot="10800000" flipH="1">
              <a:off x="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19102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82596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5" name="Google Shape;255;p13"/>
          <p:cNvGrpSpPr/>
          <p:nvPr/>
        </p:nvGrpSpPr>
        <p:grpSpPr>
          <a:xfrm>
            <a:off x="-399" y="-16"/>
            <a:ext cx="12484233" cy="6857984"/>
            <a:chOff x="-300" y="-12"/>
            <a:chExt cx="9363175" cy="5143488"/>
          </a:xfrm>
        </p:grpSpPr>
        <p:sp>
          <p:nvSpPr>
            <p:cNvPr id="256" name="Google Shape;256;p13"/>
            <p:cNvSpPr/>
            <p:nvPr/>
          </p:nvSpPr>
          <p:spPr>
            <a:xfrm>
              <a:off x="8421575" y="3272075"/>
              <a:ext cx="7173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57" name="Google Shape;257;p13"/>
            <p:cNvSpPr/>
            <p:nvPr/>
          </p:nvSpPr>
          <p:spPr>
            <a:xfrm rot="5400000">
              <a:off x="-568800" y="568500"/>
              <a:ext cx="1759500" cy="6225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58" name="Google Shape;258;p13"/>
            <p:cNvSpPr/>
            <p:nvPr/>
          </p:nvSpPr>
          <p:spPr>
            <a:xfrm rot="10800000" flipH="1">
              <a:off x="0" y="-12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259" name="Google Shape;259;p13"/>
            <p:cNvSpPr/>
            <p:nvPr/>
          </p:nvSpPr>
          <p:spPr>
            <a:xfrm>
              <a:off x="7480375" y="46543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260" name="Google Shape;260;p13"/>
          <p:cNvGrpSpPr/>
          <p:nvPr/>
        </p:nvGrpSpPr>
        <p:grpSpPr>
          <a:xfrm>
            <a:off x="-1072516" y="-104434"/>
            <a:ext cx="14814967" cy="9035667"/>
            <a:chOff x="-804387" y="-78325"/>
            <a:chExt cx="11111225" cy="6776750"/>
          </a:xfrm>
        </p:grpSpPr>
        <p:sp>
          <p:nvSpPr>
            <p:cNvPr id="261" name="Google Shape;261;p13"/>
            <p:cNvSpPr/>
            <p:nvPr/>
          </p:nvSpPr>
          <p:spPr>
            <a:xfrm rot="10800000">
              <a:off x="5782225" y="-78325"/>
              <a:ext cx="3429000" cy="5826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262" name="Google Shape;262;p13"/>
            <p:cNvGrpSpPr/>
            <p:nvPr/>
          </p:nvGrpSpPr>
          <p:grpSpPr>
            <a:xfrm>
              <a:off x="-387025" y="1052225"/>
              <a:ext cx="910269" cy="2095500"/>
              <a:chOff x="7631225" y="2241175"/>
              <a:chExt cx="910269" cy="2095500"/>
            </a:xfrm>
          </p:grpSpPr>
          <p:cxnSp>
            <p:nvCxnSpPr>
              <p:cNvPr id="263" name="Google Shape;263;p1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5" name="Google Shape;265;p1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6" name="Google Shape;266;p1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7" name="Google Shape;267;p1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8" name="Google Shape;268;p1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9" name="Google Shape;269;p1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0" name="Google Shape;270;p1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1" name="Google Shape;271;p1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2" name="Google Shape;272;p1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3" name="Google Shape;273;p1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4" name="Google Shape;274;p1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5" name="Google Shape;275;p1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76" name="Google Shape;276;p13"/>
            <p:cNvGrpSpPr/>
            <p:nvPr/>
          </p:nvGrpSpPr>
          <p:grpSpPr>
            <a:xfrm>
              <a:off x="8421563" y="946050"/>
              <a:ext cx="1885275" cy="1884250"/>
              <a:chOff x="2609275" y="3149350"/>
              <a:chExt cx="1885275" cy="1884250"/>
            </a:xfrm>
          </p:grpSpPr>
          <p:sp>
            <p:nvSpPr>
              <p:cNvPr id="277" name="Google Shape;277;p1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8" name="Google Shape;278;p1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9" name="Google Shape;279;p1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0" name="Google Shape;280;p1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1" name="Google Shape;281;p1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2" name="Google Shape;282;p1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3" name="Google Shape;283;p1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4" name="Google Shape;284;p1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5" name="Google Shape;285;p1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6" name="Google Shape;286;p1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7" name="Google Shape;287;p1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8" name="Google Shape;288;p1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9" name="Google Shape;289;p1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0" name="Google Shape;290;p1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1" name="Google Shape;291;p1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2" name="Google Shape;292;p1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3" name="Google Shape;293;p1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4" name="Google Shape;294;p1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5" name="Google Shape;295;p1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296" name="Google Shape;296;p13"/>
            <p:cNvSpPr/>
            <p:nvPr/>
          </p:nvSpPr>
          <p:spPr>
            <a:xfrm rot="5400000">
              <a:off x="-804387" y="4372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297" name="Google Shape;297;p13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298" name="Google Shape;298;p13"/>
          <p:cNvSpPr txBox="1">
            <a:spLocks noGrp="1"/>
          </p:cNvSpPr>
          <p:nvPr>
            <p:ph type="title" idx="2" hasCustomPrompt="1"/>
          </p:nvPr>
        </p:nvSpPr>
        <p:spPr>
          <a:xfrm>
            <a:off x="2029707" y="1858600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299" name="Google Shape;299;p13"/>
          <p:cNvSpPr txBox="1">
            <a:spLocks noGrp="1"/>
          </p:cNvSpPr>
          <p:nvPr>
            <p:ph type="title" idx="3" hasCustomPrompt="1"/>
          </p:nvPr>
        </p:nvSpPr>
        <p:spPr>
          <a:xfrm>
            <a:off x="6984040" y="1858600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300" name="Google Shape;300;p13"/>
          <p:cNvSpPr txBox="1">
            <a:spLocks noGrp="1"/>
          </p:cNvSpPr>
          <p:nvPr>
            <p:ph type="title" idx="4" hasCustomPrompt="1"/>
          </p:nvPr>
        </p:nvSpPr>
        <p:spPr>
          <a:xfrm>
            <a:off x="2029740" y="3326167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301" name="Google Shape;301;p13"/>
          <p:cNvSpPr txBox="1">
            <a:spLocks noGrp="1"/>
          </p:cNvSpPr>
          <p:nvPr>
            <p:ph type="title" idx="5" hasCustomPrompt="1"/>
          </p:nvPr>
        </p:nvSpPr>
        <p:spPr>
          <a:xfrm>
            <a:off x="2029740" y="4793733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302" name="Google Shape;302;p13"/>
          <p:cNvSpPr txBox="1">
            <a:spLocks noGrp="1"/>
          </p:cNvSpPr>
          <p:nvPr>
            <p:ph type="subTitle" idx="1"/>
          </p:nvPr>
        </p:nvSpPr>
        <p:spPr>
          <a:xfrm>
            <a:off x="3264524" y="2024200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03" name="Google Shape;303;p13"/>
          <p:cNvSpPr txBox="1">
            <a:spLocks noGrp="1"/>
          </p:cNvSpPr>
          <p:nvPr>
            <p:ph type="subTitle" idx="6"/>
          </p:nvPr>
        </p:nvSpPr>
        <p:spPr>
          <a:xfrm>
            <a:off x="8218693" y="2024200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04" name="Google Shape;304;p13"/>
          <p:cNvSpPr txBox="1">
            <a:spLocks noGrp="1"/>
          </p:cNvSpPr>
          <p:nvPr>
            <p:ph type="subTitle" idx="7"/>
          </p:nvPr>
        </p:nvSpPr>
        <p:spPr>
          <a:xfrm>
            <a:off x="3264524" y="3491767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05" name="Google Shape;305;p13"/>
          <p:cNvSpPr txBox="1">
            <a:spLocks noGrp="1"/>
          </p:cNvSpPr>
          <p:nvPr>
            <p:ph type="subTitle" idx="8"/>
          </p:nvPr>
        </p:nvSpPr>
        <p:spPr>
          <a:xfrm>
            <a:off x="3264360" y="4959333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06" name="Google Shape;306;p13"/>
          <p:cNvSpPr txBox="1">
            <a:spLocks noGrp="1"/>
          </p:cNvSpPr>
          <p:nvPr>
            <p:ph type="title" idx="9" hasCustomPrompt="1"/>
          </p:nvPr>
        </p:nvSpPr>
        <p:spPr>
          <a:xfrm>
            <a:off x="6983941" y="3326167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307" name="Google Shape;307;p13"/>
          <p:cNvSpPr txBox="1">
            <a:spLocks noGrp="1"/>
          </p:cNvSpPr>
          <p:nvPr>
            <p:ph type="title" idx="13" hasCustomPrompt="1"/>
          </p:nvPr>
        </p:nvSpPr>
        <p:spPr>
          <a:xfrm>
            <a:off x="6983943" y="4793733"/>
            <a:ext cx="1031600" cy="1036400"/>
          </a:xfrm>
          <a:prstGeom prst="rect">
            <a:avLst/>
          </a:prstGeom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t>xx%</a:t>
            </a:r>
          </a:p>
        </p:txBody>
      </p:sp>
      <p:sp>
        <p:nvSpPr>
          <p:cNvPr id="308" name="Google Shape;308;p13"/>
          <p:cNvSpPr txBox="1">
            <a:spLocks noGrp="1"/>
          </p:cNvSpPr>
          <p:nvPr>
            <p:ph type="subTitle" idx="14"/>
          </p:nvPr>
        </p:nvSpPr>
        <p:spPr>
          <a:xfrm>
            <a:off x="8218575" y="3491767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309" name="Google Shape;309;p13"/>
          <p:cNvSpPr txBox="1">
            <a:spLocks noGrp="1"/>
          </p:cNvSpPr>
          <p:nvPr>
            <p:ph type="subTitle" idx="15"/>
          </p:nvPr>
        </p:nvSpPr>
        <p:spPr>
          <a:xfrm>
            <a:off x="8218573" y="4959333"/>
            <a:ext cx="1943600" cy="70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979138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oogle Shape;311;p14"/>
          <p:cNvGrpSpPr/>
          <p:nvPr/>
        </p:nvGrpSpPr>
        <p:grpSpPr>
          <a:xfrm>
            <a:off x="-1726049" y="-1214766"/>
            <a:ext cx="13612300" cy="6048751"/>
            <a:chOff x="-1294537" y="-911075"/>
            <a:chExt cx="10209225" cy="4536563"/>
          </a:xfrm>
        </p:grpSpPr>
        <p:sp>
          <p:nvSpPr>
            <p:cNvPr id="312" name="Google Shape;312;p14"/>
            <p:cNvSpPr/>
            <p:nvPr/>
          </p:nvSpPr>
          <p:spPr>
            <a:xfrm rot="10800000" flipH="1">
              <a:off x="-125475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313" name="Google Shape;313;p14"/>
            <p:cNvGrpSpPr/>
            <p:nvPr/>
          </p:nvGrpSpPr>
          <p:grpSpPr>
            <a:xfrm>
              <a:off x="7928563" y="-911075"/>
              <a:ext cx="986125" cy="2095500"/>
              <a:chOff x="7631225" y="2241175"/>
              <a:chExt cx="986125" cy="2095500"/>
            </a:xfrm>
          </p:grpSpPr>
          <p:cxnSp>
            <p:nvCxnSpPr>
              <p:cNvPr id="314" name="Google Shape;314;p14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" name="Google Shape;315;p14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4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" name="Google Shape;317;p14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" name="Google Shape;318;p14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" name="Google Shape;319;p14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" name="Google Shape;320;p14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" name="Google Shape;321;p14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" name="Google Shape;322;p14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" name="Google Shape;323;p14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14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14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14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14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28" name="Google Shape;328;p14"/>
            <p:cNvGrpSpPr/>
            <p:nvPr/>
          </p:nvGrpSpPr>
          <p:grpSpPr>
            <a:xfrm>
              <a:off x="-1294537" y="1741238"/>
              <a:ext cx="1885275" cy="1884250"/>
              <a:chOff x="2609275" y="3149350"/>
              <a:chExt cx="1885275" cy="1884250"/>
            </a:xfrm>
          </p:grpSpPr>
          <p:sp>
            <p:nvSpPr>
              <p:cNvPr id="329" name="Google Shape;329;p1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0" name="Google Shape;330;p1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1" name="Google Shape;331;p1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2" name="Google Shape;332;p1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3" name="Google Shape;333;p1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4" name="Google Shape;334;p1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5" name="Google Shape;335;p1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6" name="Google Shape;336;p1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7" name="Google Shape;337;p1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8" name="Google Shape;338;p1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9" name="Google Shape;339;p1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0" name="Google Shape;340;p1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1" name="Google Shape;341;p1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2" name="Google Shape;342;p1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3" name="Google Shape;343;p1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4" name="Google Shape;344;p1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5" name="Google Shape;345;p1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6" name="Google Shape;346;p1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7" name="Google Shape;347;p1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pic>
        <p:nvPicPr>
          <p:cNvPr id="348" name="Google Shape;348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4"/>
          <p:cNvSpPr/>
          <p:nvPr/>
        </p:nvSpPr>
        <p:spPr>
          <a:xfrm>
            <a:off x="10567" y="6436333"/>
            <a:ext cx="3018000" cy="4184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350" name="Google Shape;350;p14"/>
          <p:cNvSpPr txBox="1">
            <a:spLocks noGrp="1"/>
          </p:cNvSpPr>
          <p:nvPr>
            <p:ph type="title"/>
          </p:nvPr>
        </p:nvSpPr>
        <p:spPr>
          <a:xfrm>
            <a:off x="1638133" y="3941771"/>
            <a:ext cx="891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9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351" name="Google Shape;351;p14"/>
          <p:cNvSpPr txBox="1">
            <a:spLocks noGrp="1"/>
          </p:cNvSpPr>
          <p:nvPr>
            <p:ph type="subTitle" idx="1"/>
          </p:nvPr>
        </p:nvSpPr>
        <p:spPr>
          <a:xfrm>
            <a:off x="1638133" y="2051033"/>
            <a:ext cx="8915600" cy="198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39006427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4" name="Google Shape;354;p15"/>
          <p:cNvGrpSpPr/>
          <p:nvPr/>
        </p:nvGrpSpPr>
        <p:grpSpPr>
          <a:xfrm>
            <a:off x="9216001" y="0"/>
            <a:ext cx="3267833" cy="6875163"/>
            <a:chOff x="6912000" y="0"/>
            <a:chExt cx="2450875" cy="5156372"/>
          </a:xfrm>
        </p:grpSpPr>
        <p:sp>
          <p:nvSpPr>
            <p:cNvPr id="355" name="Google Shape;355;p15"/>
            <p:cNvSpPr/>
            <p:nvPr/>
          </p:nvSpPr>
          <p:spPr>
            <a:xfrm rot="10800000">
              <a:off x="8516400" y="3699572"/>
              <a:ext cx="627600" cy="14568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356" name="Google Shape;356;p15"/>
            <p:cNvSpPr/>
            <p:nvPr/>
          </p:nvSpPr>
          <p:spPr>
            <a:xfrm>
              <a:off x="7480375" y="46842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357" name="Google Shape;357;p15"/>
            <p:cNvSpPr/>
            <p:nvPr/>
          </p:nvSpPr>
          <p:spPr>
            <a:xfrm rot="10800000">
              <a:off x="6912000" y="0"/>
              <a:ext cx="2232000" cy="461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358" name="Google Shape;358;p15"/>
          <p:cNvGrpSpPr/>
          <p:nvPr/>
        </p:nvGrpSpPr>
        <p:grpSpPr>
          <a:xfrm>
            <a:off x="-2904150" y="1236213"/>
            <a:ext cx="6805151" cy="5772988"/>
            <a:chOff x="-2178113" y="927159"/>
            <a:chExt cx="5103863" cy="4329741"/>
          </a:xfrm>
        </p:grpSpPr>
        <p:sp>
          <p:nvSpPr>
            <p:cNvPr id="359" name="Google Shape;359;p15"/>
            <p:cNvSpPr/>
            <p:nvPr/>
          </p:nvSpPr>
          <p:spPr>
            <a:xfrm rot="8100000">
              <a:off x="-1696423" y="1408849"/>
              <a:ext cx="2325803" cy="2325803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60" name="Google Shape;360;p15"/>
            <p:cNvSpPr/>
            <p:nvPr/>
          </p:nvSpPr>
          <p:spPr>
            <a:xfrm>
              <a:off x="-78450" y="4684200"/>
              <a:ext cx="3004200" cy="5727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361" name="Google Shape;361;p15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2377941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64" name="Google Shape;364;p16"/>
          <p:cNvGrpSpPr/>
          <p:nvPr/>
        </p:nvGrpSpPr>
        <p:grpSpPr>
          <a:xfrm>
            <a:off x="-551400" y="2610668"/>
            <a:ext cx="14293851" cy="3082217"/>
            <a:chOff x="-413550" y="1958000"/>
            <a:chExt cx="10720388" cy="2311663"/>
          </a:xfrm>
        </p:grpSpPr>
        <p:grpSp>
          <p:nvGrpSpPr>
            <p:cNvPr id="365" name="Google Shape;365;p16"/>
            <p:cNvGrpSpPr/>
            <p:nvPr/>
          </p:nvGrpSpPr>
          <p:grpSpPr>
            <a:xfrm>
              <a:off x="8421563" y="2385413"/>
              <a:ext cx="1885275" cy="1884250"/>
              <a:chOff x="2609275" y="3149350"/>
              <a:chExt cx="1885275" cy="1884250"/>
            </a:xfrm>
          </p:grpSpPr>
          <p:sp>
            <p:nvSpPr>
              <p:cNvPr id="366" name="Google Shape;366;p16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7" name="Google Shape;367;p16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8" name="Google Shape;368;p16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9" name="Google Shape;369;p16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0" name="Google Shape;370;p16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1" name="Google Shape;371;p16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2" name="Google Shape;372;p16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3" name="Google Shape;373;p16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4" name="Google Shape;374;p16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5" name="Google Shape;375;p16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6" name="Google Shape;376;p16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7" name="Google Shape;377;p16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8" name="Google Shape;378;p16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9" name="Google Shape;379;p16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0" name="Google Shape;380;p16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1" name="Google Shape;381;p16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2" name="Google Shape;382;p16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3" name="Google Shape;383;p16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4" name="Google Shape;384;p16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385" name="Google Shape;385;p16"/>
            <p:cNvGrpSpPr/>
            <p:nvPr/>
          </p:nvGrpSpPr>
          <p:grpSpPr>
            <a:xfrm>
              <a:off x="-413550" y="1958000"/>
              <a:ext cx="986125" cy="2095500"/>
              <a:chOff x="7631225" y="2241175"/>
              <a:chExt cx="986125" cy="2095500"/>
            </a:xfrm>
          </p:grpSpPr>
          <p:cxnSp>
            <p:nvCxnSpPr>
              <p:cNvPr id="386" name="Google Shape;386;p16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6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8" name="Google Shape;388;p16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9" name="Google Shape;389;p16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0" name="Google Shape;390;p16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1" name="Google Shape;391;p16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2" name="Google Shape;392;p16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3" name="Google Shape;393;p16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4" name="Google Shape;394;p16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16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6" name="Google Shape;396;p16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7" name="Google Shape;397;p16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8" name="Google Shape;398;p16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9" name="Google Shape;399;p16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00" name="Google Shape;400;p16"/>
          <p:cNvGrpSpPr/>
          <p:nvPr/>
        </p:nvGrpSpPr>
        <p:grpSpPr>
          <a:xfrm>
            <a:off x="10568" y="-33"/>
            <a:ext cx="12181433" cy="6858017"/>
            <a:chOff x="7925" y="-25"/>
            <a:chExt cx="9136075" cy="5143513"/>
          </a:xfrm>
        </p:grpSpPr>
        <p:sp>
          <p:nvSpPr>
            <p:cNvPr id="401" name="Google Shape;401;p16"/>
            <p:cNvSpPr/>
            <p:nvPr/>
          </p:nvSpPr>
          <p:spPr>
            <a:xfrm>
              <a:off x="7925" y="4829688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02" name="Google Shape;402;p16"/>
            <p:cNvSpPr/>
            <p:nvPr/>
          </p:nvSpPr>
          <p:spPr>
            <a:xfrm rot="10800000">
              <a:off x="7504200" y="-25"/>
              <a:ext cx="1639800" cy="4248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403" name="Google Shape;403;p16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782476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7"/>
          <p:cNvSpPr/>
          <p:nvPr/>
        </p:nvSpPr>
        <p:spPr>
          <a:xfrm rot="-5400000">
            <a:off x="9590701" y="6138651"/>
            <a:ext cx="3101100" cy="3101100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407" name="Google Shape;407;p17"/>
          <p:cNvGrpSpPr/>
          <p:nvPr/>
        </p:nvGrpSpPr>
        <p:grpSpPr>
          <a:xfrm>
            <a:off x="-670467" y="-15"/>
            <a:ext cx="12862467" cy="6858017"/>
            <a:chOff x="-502850" y="-12"/>
            <a:chExt cx="9646850" cy="5143513"/>
          </a:xfrm>
        </p:grpSpPr>
        <p:sp>
          <p:nvSpPr>
            <p:cNvPr id="408" name="Google Shape;408;p17"/>
            <p:cNvSpPr/>
            <p:nvPr/>
          </p:nvSpPr>
          <p:spPr>
            <a:xfrm rot="10800000">
              <a:off x="6880500" y="-12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09" name="Google Shape;409;p17"/>
            <p:cNvSpPr/>
            <p:nvPr/>
          </p:nvSpPr>
          <p:spPr>
            <a:xfrm>
              <a:off x="-502850" y="313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10" name="Google Shape;410;p17"/>
            <p:cNvSpPr/>
            <p:nvPr/>
          </p:nvSpPr>
          <p:spPr>
            <a:xfrm>
              <a:off x="0" y="2817600"/>
              <a:ext cx="593700" cy="23259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11" name="Google Shape;411;p17"/>
            <p:cNvSpPr/>
            <p:nvPr/>
          </p:nvSpPr>
          <p:spPr>
            <a:xfrm>
              <a:off x="0" y="4780475"/>
              <a:ext cx="1882500" cy="3630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412" name="Google Shape;412;p17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88357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5" name="Google Shape;415;p18"/>
          <p:cNvGrpSpPr/>
          <p:nvPr/>
        </p:nvGrpSpPr>
        <p:grpSpPr>
          <a:xfrm>
            <a:off x="0" y="5161067"/>
            <a:ext cx="3018000" cy="1696967"/>
            <a:chOff x="0" y="3870800"/>
            <a:chExt cx="2263500" cy="1272725"/>
          </a:xfrm>
        </p:grpSpPr>
        <p:sp>
          <p:nvSpPr>
            <p:cNvPr id="416" name="Google Shape;416;p18"/>
            <p:cNvSpPr/>
            <p:nvPr/>
          </p:nvSpPr>
          <p:spPr>
            <a:xfrm>
              <a:off x="0" y="3870800"/>
              <a:ext cx="986100" cy="12726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17" name="Google Shape;417;p18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418" name="Google Shape;418;p18"/>
          <p:cNvSpPr/>
          <p:nvPr/>
        </p:nvSpPr>
        <p:spPr>
          <a:xfrm rot="-5400000">
            <a:off x="10989267" y="2076467"/>
            <a:ext cx="3101100" cy="3101100"/>
          </a:xfrm>
          <a:custGeom>
            <a:avLst/>
            <a:gdLst/>
            <a:ahLst/>
            <a:cxnLst/>
            <a:rect l="l" t="t" r="r" b="b"/>
            <a:pathLst>
              <a:path w="93033" h="93033" extrusionOk="0">
                <a:moveTo>
                  <a:pt x="89685" y="61054"/>
                </a:moveTo>
                <a:lnTo>
                  <a:pt x="89685" y="63796"/>
                </a:lnTo>
                <a:lnTo>
                  <a:pt x="89927" y="63150"/>
                </a:lnTo>
                <a:lnTo>
                  <a:pt x="89927" y="61054"/>
                </a:lnTo>
                <a:lnTo>
                  <a:pt x="90693" y="61054"/>
                </a:lnTo>
                <a:cubicBezTo>
                  <a:pt x="90733" y="60973"/>
                  <a:pt x="90733" y="60892"/>
                  <a:pt x="90774" y="60812"/>
                </a:cubicBezTo>
                <a:lnTo>
                  <a:pt x="89927" y="60812"/>
                </a:lnTo>
                <a:lnTo>
                  <a:pt x="89927" y="56255"/>
                </a:lnTo>
                <a:lnTo>
                  <a:pt x="91984" y="56255"/>
                </a:lnTo>
                <a:cubicBezTo>
                  <a:pt x="92024" y="56174"/>
                  <a:pt x="92024" y="56093"/>
                  <a:pt x="92064" y="56013"/>
                </a:cubicBezTo>
                <a:lnTo>
                  <a:pt x="89927" y="56013"/>
                </a:lnTo>
                <a:lnTo>
                  <a:pt x="89927" y="51456"/>
                </a:lnTo>
                <a:lnTo>
                  <a:pt x="92750" y="51456"/>
                </a:lnTo>
                <a:cubicBezTo>
                  <a:pt x="92750" y="51375"/>
                  <a:pt x="92790" y="51295"/>
                  <a:pt x="92790" y="51174"/>
                </a:cubicBezTo>
                <a:lnTo>
                  <a:pt x="89927" y="51174"/>
                </a:lnTo>
                <a:lnTo>
                  <a:pt x="89927" y="46617"/>
                </a:lnTo>
                <a:lnTo>
                  <a:pt x="93032" y="46617"/>
                </a:lnTo>
                <a:lnTo>
                  <a:pt x="93032" y="46496"/>
                </a:lnTo>
                <a:lnTo>
                  <a:pt x="93032" y="46375"/>
                </a:lnTo>
                <a:lnTo>
                  <a:pt x="89927" y="46375"/>
                </a:lnTo>
                <a:lnTo>
                  <a:pt x="89927" y="41818"/>
                </a:lnTo>
                <a:lnTo>
                  <a:pt x="92790" y="41818"/>
                </a:lnTo>
                <a:cubicBezTo>
                  <a:pt x="92790" y="41737"/>
                  <a:pt x="92750" y="41657"/>
                  <a:pt x="92750" y="41576"/>
                </a:cubicBezTo>
                <a:lnTo>
                  <a:pt x="89927" y="41576"/>
                </a:lnTo>
                <a:lnTo>
                  <a:pt x="89927" y="36979"/>
                </a:lnTo>
                <a:lnTo>
                  <a:pt x="92064" y="36979"/>
                </a:lnTo>
                <a:cubicBezTo>
                  <a:pt x="92024" y="36898"/>
                  <a:pt x="92024" y="36818"/>
                  <a:pt x="91984" y="36737"/>
                </a:cubicBezTo>
                <a:lnTo>
                  <a:pt x="89927" y="36737"/>
                </a:lnTo>
                <a:lnTo>
                  <a:pt x="89927" y="32180"/>
                </a:lnTo>
                <a:lnTo>
                  <a:pt x="90774" y="32180"/>
                </a:lnTo>
                <a:cubicBezTo>
                  <a:pt x="90733" y="32099"/>
                  <a:pt x="90733" y="32019"/>
                  <a:pt x="90693" y="31938"/>
                </a:cubicBezTo>
                <a:lnTo>
                  <a:pt x="89927" y="31938"/>
                </a:lnTo>
                <a:lnTo>
                  <a:pt x="89927" y="29841"/>
                </a:lnTo>
                <a:lnTo>
                  <a:pt x="89685" y="29196"/>
                </a:lnTo>
                <a:lnTo>
                  <a:pt x="89685" y="31938"/>
                </a:lnTo>
                <a:lnTo>
                  <a:pt x="85128" y="31938"/>
                </a:lnTo>
                <a:lnTo>
                  <a:pt x="85128" y="27381"/>
                </a:lnTo>
                <a:lnTo>
                  <a:pt x="88919" y="27381"/>
                </a:lnTo>
                <a:cubicBezTo>
                  <a:pt x="88879" y="27301"/>
                  <a:pt x="88838" y="27220"/>
                  <a:pt x="88798" y="27139"/>
                </a:cubicBezTo>
                <a:lnTo>
                  <a:pt x="85128" y="27139"/>
                </a:lnTo>
                <a:lnTo>
                  <a:pt x="85128" y="22542"/>
                </a:lnTo>
                <a:lnTo>
                  <a:pt x="86378" y="22542"/>
                </a:lnTo>
                <a:cubicBezTo>
                  <a:pt x="86338" y="22462"/>
                  <a:pt x="86298" y="22381"/>
                  <a:pt x="86257" y="22300"/>
                </a:cubicBezTo>
                <a:lnTo>
                  <a:pt x="85128" y="22300"/>
                </a:lnTo>
                <a:lnTo>
                  <a:pt x="85128" y="20566"/>
                </a:lnTo>
                <a:cubicBezTo>
                  <a:pt x="85048" y="20445"/>
                  <a:pt x="84967" y="20324"/>
                  <a:pt x="84886" y="20203"/>
                </a:cubicBezTo>
                <a:lnTo>
                  <a:pt x="84886" y="22300"/>
                </a:lnTo>
                <a:lnTo>
                  <a:pt x="80329" y="22300"/>
                </a:lnTo>
                <a:lnTo>
                  <a:pt x="80329" y="17743"/>
                </a:lnTo>
                <a:lnTo>
                  <a:pt x="83072" y="17743"/>
                </a:lnTo>
                <a:lnTo>
                  <a:pt x="82870" y="17501"/>
                </a:lnTo>
                <a:lnTo>
                  <a:pt x="80329" y="17501"/>
                </a:lnTo>
                <a:lnTo>
                  <a:pt x="80329" y="14558"/>
                </a:lnTo>
                <a:lnTo>
                  <a:pt x="80087" y="14316"/>
                </a:lnTo>
                <a:lnTo>
                  <a:pt x="80087" y="17501"/>
                </a:lnTo>
                <a:lnTo>
                  <a:pt x="75490" y="17501"/>
                </a:lnTo>
                <a:lnTo>
                  <a:pt x="75490" y="12945"/>
                </a:lnTo>
                <a:lnTo>
                  <a:pt x="78716" y="12945"/>
                </a:lnTo>
                <a:lnTo>
                  <a:pt x="78434" y="12703"/>
                </a:lnTo>
                <a:lnTo>
                  <a:pt x="75490" y="12703"/>
                </a:lnTo>
                <a:lnTo>
                  <a:pt x="75490" y="10122"/>
                </a:lnTo>
                <a:lnTo>
                  <a:pt x="75248" y="9920"/>
                </a:lnTo>
                <a:lnTo>
                  <a:pt x="75248" y="12703"/>
                </a:lnTo>
                <a:lnTo>
                  <a:pt x="70691" y="12703"/>
                </a:lnTo>
                <a:lnTo>
                  <a:pt x="70691" y="8106"/>
                </a:lnTo>
                <a:lnTo>
                  <a:pt x="72788" y="8106"/>
                </a:lnTo>
                <a:cubicBezTo>
                  <a:pt x="72667" y="8025"/>
                  <a:pt x="72546" y="7944"/>
                  <a:pt x="72425" y="7864"/>
                </a:cubicBezTo>
                <a:lnTo>
                  <a:pt x="70691" y="7864"/>
                </a:lnTo>
                <a:lnTo>
                  <a:pt x="70691" y="6775"/>
                </a:lnTo>
                <a:cubicBezTo>
                  <a:pt x="70611" y="6694"/>
                  <a:pt x="70530" y="6654"/>
                  <a:pt x="70450" y="6613"/>
                </a:cubicBezTo>
                <a:lnTo>
                  <a:pt x="70450" y="7864"/>
                </a:lnTo>
                <a:lnTo>
                  <a:pt x="65893" y="7864"/>
                </a:lnTo>
                <a:lnTo>
                  <a:pt x="65893" y="4194"/>
                </a:lnTo>
                <a:cubicBezTo>
                  <a:pt x="65812" y="4154"/>
                  <a:pt x="65731" y="4113"/>
                  <a:pt x="65651" y="4073"/>
                </a:cubicBezTo>
                <a:lnTo>
                  <a:pt x="65651" y="7864"/>
                </a:lnTo>
                <a:lnTo>
                  <a:pt x="61054" y="7864"/>
                </a:lnTo>
                <a:lnTo>
                  <a:pt x="61054" y="3307"/>
                </a:lnTo>
                <a:lnTo>
                  <a:pt x="63796" y="3307"/>
                </a:lnTo>
                <a:lnTo>
                  <a:pt x="63191" y="3065"/>
                </a:lnTo>
                <a:lnTo>
                  <a:pt x="61054" y="3065"/>
                </a:lnTo>
                <a:lnTo>
                  <a:pt x="61054" y="2339"/>
                </a:lnTo>
                <a:cubicBezTo>
                  <a:pt x="60973" y="2299"/>
                  <a:pt x="60892" y="2258"/>
                  <a:pt x="60812" y="2258"/>
                </a:cubicBezTo>
                <a:lnTo>
                  <a:pt x="60812" y="3065"/>
                </a:lnTo>
                <a:lnTo>
                  <a:pt x="56255" y="3065"/>
                </a:lnTo>
                <a:lnTo>
                  <a:pt x="56255" y="1048"/>
                </a:lnTo>
                <a:cubicBezTo>
                  <a:pt x="56174" y="1008"/>
                  <a:pt x="56093" y="1008"/>
                  <a:pt x="56013" y="968"/>
                </a:cubicBezTo>
                <a:lnTo>
                  <a:pt x="56013" y="3065"/>
                </a:lnTo>
                <a:lnTo>
                  <a:pt x="51456" y="3065"/>
                </a:lnTo>
                <a:lnTo>
                  <a:pt x="51456" y="282"/>
                </a:lnTo>
                <a:cubicBezTo>
                  <a:pt x="51375" y="242"/>
                  <a:pt x="51295" y="242"/>
                  <a:pt x="51214" y="242"/>
                </a:cubicBezTo>
                <a:lnTo>
                  <a:pt x="51214" y="3065"/>
                </a:lnTo>
                <a:lnTo>
                  <a:pt x="46617" y="3065"/>
                </a:lnTo>
                <a:lnTo>
                  <a:pt x="46617" y="0"/>
                </a:lnTo>
                <a:lnTo>
                  <a:pt x="46496" y="0"/>
                </a:lnTo>
                <a:lnTo>
                  <a:pt x="46375" y="0"/>
                </a:lnTo>
                <a:lnTo>
                  <a:pt x="46375" y="3065"/>
                </a:lnTo>
                <a:lnTo>
                  <a:pt x="41818" y="3065"/>
                </a:lnTo>
                <a:lnTo>
                  <a:pt x="41818" y="242"/>
                </a:lnTo>
                <a:cubicBezTo>
                  <a:pt x="41737" y="242"/>
                  <a:pt x="41657" y="242"/>
                  <a:pt x="41576" y="242"/>
                </a:cubicBezTo>
                <a:lnTo>
                  <a:pt x="41576" y="3065"/>
                </a:lnTo>
                <a:lnTo>
                  <a:pt x="37019" y="3065"/>
                </a:lnTo>
                <a:lnTo>
                  <a:pt x="37019" y="968"/>
                </a:lnTo>
                <a:cubicBezTo>
                  <a:pt x="36939" y="1008"/>
                  <a:pt x="36858" y="1008"/>
                  <a:pt x="36777" y="1008"/>
                </a:cubicBezTo>
                <a:lnTo>
                  <a:pt x="36777" y="3065"/>
                </a:lnTo>
                <a:lnTo>
                  <a:pt x="32180" y="3065"/>
                </a:lnTo>
                <a:lnTo>
                  <a:pt x="32180" y="2258"/>
                </a:lnTo>
                <a:cubicBezTo>
                  <a:pt x="32099" y="2258"/>
                  <a:pt x="32019" y="2299"/>
                  <a:pt x="31938" y="2339"/>
                </a:cubicBezTo>
                <a:lnTo>
                  <a:pt x="31938" y="3065"/>
                </a:lnTo>
                <a:lnTo>
                  <a:pt x="29841" y="3065"/>
                </a:lnTo>
                <a:lnTo>
                  <a:pt x="29236" y="3307"/>
                </a:lnTo>
                <a:lnTo>
                  <a:pt x="31938" y="3307"/>
                </a:lnTo>
                <a:lnTo>
                  <a:pt x="31938" y="7904"/>
                </a:lnTo>
                <a:lnTo>
                  <a:pt x="27381" y="7904"/>
                </a:lnTo>
                <a:lnTo>
                  <a:pt x="27381" y="4113"/>
                </a:lnTo>
                <a:cubicBezTo>
                  <a:pt x="27301" y="4154"/>
                  <a:pt x="27220" y="4194"/>
                  <a:pt x="27139" y="4234"/>
                </a:cubicBezTo>
                <a:lnTo>
                  <a:pt x="27139" y="7904"/>
                </a:lnTo>
                <a:lnTo>
                  <a:pt x="22542" y="7904"/>
                </a:lnTo>
                <a:lnTo>
                  <a:pt x="22542" y="6613"/>
                </a:lnTo>
                <a:cubicBezTo>
                  <a:pt x="22462" y="6694"/>
                  <a:pt x="22381" y="6734"/>
                  <a:pt x="22300" y="6775"/>
                </a:cubicBezTo>
                <a:lnTo>
                  <a:pt x="22300" y="7904"/>
                </a:lnTo>
                <a:lnTo>
                  <a:pt x="20566" y="7904"/>
                </a:lnTo>
                <a:cubicBezTo>
                  <a:pt x="20445" y="7985"/>
                  <a:pt x="20324" y="8065"/>
                  <a:pt x="20203" y="8146"/>
                </a:cubicBezTo>
                <a:lnTo>
                  <a:pt x="22300" y="8146"/>
                </a:lnTo>
                <a:lnTo>
                  <a:pt x="22300" y="12703"/>
                </a:lnTo>
                <a:lnTo>
                  <a:pt x="17743" y="12703"/>
                </a:lnTo>
                <a:lnTo>
                  <a:pt x="17743" y="9961"/>
                </a:lnTo>
                <a:lnTo>
                  <a:pt x="17501" y="10162"/>
                </a:lnTo>
                <a:lnTo>
                  <a:pt x="17501" y="12703"/>
                </a:lnTo>
                <a:lnTo>
                  <a:pt x="14558" y="12703"/>
                </a:lnTo>
                <a:lnTo>
                  <a:pt x="14316" y="12945"/>
                </a:lnTo>
                <a:lnTo>
                  <a:pt x="17501" y="12945"/>
                </a:lnTo>
                <a:lnTo>
                  <a:pt x="17501" y="17542"/>
                </a:lnTo>
                <a:lnTo>
                  <a:pt x="12945" y="17542"/>
                </a:lnTo>
                <a:lnTo>
                  <a:pt x="12945" y="14316"/>
                </a:lnTo>
                <a:lnTo>
                  <a:pt x="12703" y="14598"/>
                </a:lnTo>
                <a:lnTo>
                  <a:pt x="12703" y="17542"/>
                </a:lnTo>
                <a:lnTo>
                  <a:pt x="10122" y="17542"/>
                </a:lnTo>
                <a:lnTo>
                  <a:pt x="9920" y="17784"/>
                </a:lnTo>
                <a:lnTo>
                  <a:pt x="12703" y="17784"/>
                </a:lnTo>
                <a:lnTo>
                  <a:pt x="12703" y="22341"/>
                </a:lnTo>
                <a:lnTo>
                  <a:pt x="8106" y="22341"/>
                </a:lnTo>
                <a:lnTo>
                  <a:pt x="8106" y="20244"/>
                </a:lnTo>
                <a:cubicBezTo>
                  <a:pt x="8025" y="20365"/>
                  <a:pt x="7944" y="20486"/>
                  <a:pt x="7864" y="20607"/>
                </a:cubicBezTo>
                <a:lnTo>
                  <a:pt x="7864" y="22341"/>
                </a:lnTo>
                <a:lnTo>
                  <a:pt x="6775" y="22341"/>
                </a:lnTo>
                <a:cubicBezTo>
                  <a:pt x="6694" y="22421"/>
                  <a:pt x="6654" y="22502"/>
                  <a:pt x="6613" y="22583"/>
                </a:cubicBezTo>
                <a:lnTo>
                  <a:pt x="7864" y="22583"/>
                </a:lnTo>
                <a:lnTo>
                  <a:pt x="7864" y="27139"/>
                </a:lnTo>
                <a:lnTo>
                  <a:pt x="4194" y="27139"/>
                </a:lnTo>
                <a:cubicBezTo>
                  <a:pt x="4154" y="27220"/>
                  <a:pt x="4113" y="27301"/>
                  <a:pt x="4073" y="27381"/>
                </a:cubicBezTo>
                <a:lnTo>
                  <a:pt x="7864" y="27381"/>
                </a:lnTo>
                <a:lnTo>
                  <a:pt x="7864" y="31978"/>
                </a:lnTo>
                <a:lnTo>
                  <a:pt x="3307" y="31978"/>
                </a:lnTo>
                <a:lnTo>
                  <a:pt x="3307" y="29236"/>
                </a:lnTo>
                <a:lnTo>
                  <a:pt x="3065" y="29841"/>
                </a:lnTo>
                <a:lnTo>
                  <a:pt x="3065" y="31978"/>
                </a:lnTo>
                <a:lnTo>
                  <a:pt x="2299" y="31978"/>
                </a:lnTo>
                <a:cubicBezTo>
                  <a:pt x="2299" y="32059"/>
                  <a:pt x="2258" y="32140"/>
                  <a:pt x="2218" y="32220"/>
                </a:cubicBezTo>
                <a:lnTo>
                  <a:pt x="3065" y="32220"/>
                </a:lnTo>
                <a:lnTo>
                  <a:pt x="3065" y="36777"/>
                </a:lnTo>
                <a:lnTo>
                  <a:pt x="1008" y="36777"/>
                </a:lnTo>
                <a:cubicBezTo>
                  <a:pt x="1008" y="36858"/>
                  <a:pt x="968" y="36939"/>
                  <a:pt x="968" y="37019"/>
                </a:cubicBezTo>
                <a:lnTo>
                  <a:pt x="3065" y="37019"/>
                </a:lnTo>
                <a:lnTo>
                  <a:pt x="3065" y="41576"/>
                </a:lnTo>
                <a:lnTo>
                  <a:pt x="242" y="41576"/>
                </a:lnTo>
                <a:cubicBezTo>
                  <a:pt x="242" y="41657"/>
                  <a:pt x="242" y="41737"/>
                  <a:pt x="242" y="41818"/>
                </a:cubicBezTo>
                <a:lnTo>
                  <a:pt x="3065" y="41818"/>
                </a:lnTo>
                <a:lnTo>
                  <a:pt x="3065" y="46415"/>
                </a:lnTo>
                <a:lnTo>
                  <a:pt x="0" y="46415"/>
                </a:lnTo>
                <a:lnTo>
                  <a:pt x="0" y="46536"/>
                </a:lnTo>
                <a:lnTo>
                  <a:pt x="0" y="46657"/>
                </a:lnTo>
                <a:lnTo>
                  <a:pt x="3065" y="46657"/>
                </a:lnTo>
                <a:lnTo>
                  <a:pt x="3065" y="51214"/>
                </a:lnTo>
                <a:lnTo>
                  <a:pt x="242" y="51214"/>
                </a:lnTo>
                <a:cubicBezTo>
                  <a:pt x="242" y="51295"/>
                  <a:pt x="242" y="51375"/>
                  <a:pt x="242" y="51456"/>
                </a:cubicBezTo>
                <a:lnTo>
                  <a:pt x="3065" y="51456"/>
                </a:lnTo>
                <a:lnTo>
                  <a:pt x="3065" y="56053"/>
                </a:lnTo>
                <a:lnTo>
                  <a:pt x="968" y="56053"/>
                </a:lnTo>
                <a:cubicBezTo>
                  <a:pt x="968" y="56134"/>
                  <a:pt x="1008" y="56174"/>
                  <a:pt x="1008" y="56295"/>
                </a:cubicBezTo>
                <a:lnTo>
                  <a:pt x="3065" y="56295"/>
                </a:lnTo>
                <a:lnTo>
                  <a:pt x="3065" y="60852"/>
                </a:lnTo>
                <a:lnTo>
                  <a:pt x="2218" y="60852"/>
                </a:lnTo>
                <a:cubicBezTo>
                  <a:pt x="2258" y="60933"/>
                  <a:pt x="2299" y="61013"/>
                  <a:pt x="2299" y="61094"/>
                </a:cubicBezTo>
                <a:lnTo>
                  <a:pt x="3065" y="61094"/>
                </a:lnTo>
                <a:lnTo>
                  <a:pt x="3065" y="63191"/>
                </a:lnTo>
                <a:lnTo>
                  <a:pt x="3307" y="63836"/>
                </a:lnTo>
                <a:lnTo>
                  <a:pt x="3307" y="61094"/>
                </a:lnTo>
                <a:lnTo>
                  <a:pt x="7864" y="61094"/>
                </a:lnTo>
                <a:lnTo>
                  <a:pt x="7864" y="65651"/>
                </a:lnTo>
                <a:lnTo>
                  <a:pt x="4073" y="65651"/>
                </a:lnTo>
                <a:cubicBezTo>
                  <a:pt x="4113" y="65731"/>
                  <a:pt x="4154" y="65812"/>
                  <a:pt x="4194" y="65893"/>
                </a:cubicBezTo>
                <a:lnTo>
                  <a:pt x="7864" y="65893"/>
                </a:lnTo>
                <a:lnTo>
                  <a:pt x="7864" y="70490"/>
                </a:lnTo>
                <a:lnTo>
                  <a:pt x="6613" y="70490"/>
                </a:lnTo>
                <a:cubicBezTo>
                  <a:pt x="6654" y="70570"/>
                  <a:pt x="6694" y="70651"/>
                  <a:pt x="6775" y="70732"/>
                </a:cubicBezTo>
                <a:lnTo>
                  <a:pt x="7864" y="70732"/>
                </a:lnTo>
                <a:lnTo>
                  <a:pt x="7864" y="72466"/>
                </a:lnTo>
                <a:cubicBezTo>
                  <a:pt x="7944" y="72587"/>
                  <a:pt x="8025" y="72708"/>
                  <a:pt x="8106" y="72829"/>
                </a:cubicBezTo>
                <a:lnTo>
                  <a:pt x="8106" y="70732"/>
                </a:lnTo>
                <a:lnTo>
                  <a:pt x="12703" y="70732"/>
                </a:lnTo>
                <a:lnTo>
                  <a:pt x="12703" y="75289"/>
                </a:lnTo>
                <a:lnTo>
                  <a:pt x="9920" y="75289"/>
                </a:lnTo>
                <a:lnTo>
                  <a:pt x="10122" y="75531"/>
                </a:lnTo>
                <a:lnTo>
                  <a:pt x="12703" y="75531"/>
                </a:lnTo>
                <a:lnTo>
                  <a:pt x="12703" y="78474"/>
                </a:lnTo>
                <a:lnTo>
                  <a:pt x="12945" y="78716"/>
                </a:lnTo>
                <a:lnTo>
                  <a:pt x="12945" y="75531"/>
                </a:lnTo>
                <a:lnTo>
                  <a:pt x="17501" y="75531"/>
                </a:lnTo>
                <a:lnTo>
                  <a:pt x="17501" y="80087"/>
                </a:lnTo>
                <a:lnTo>
                  <a:pt x="14316" y="80087"/>
                </a:lnTo>
                <a:lnTo>
                  <a:pt x="14558" y="80329"/>
                </a:lnTo>
                <a:lnTo>
                  <a:pt x="17501" y="80329"/>
                </a:lnTo>
                <a:lnTo>
                  <a:pt x="17501" y="82910"/>
                </a:lnTo>
                <a:lnTo>
                  <a:pt x="17743" y="83072"/>
                </a:lnTo>
                <a:lnTo>
                  <a:pt x="17743" y="80329"/>
                </a:lnTo>
                <a:lnTo>
                  <a:pt x="22300" y="80329"/>
                </a:lnTo>
                <a:lnTo>
                  <a:pt x="22300" y="84927"/>
                </a:lnTo>
                <a:lnTo>
                  <a:pt x="20203" y="84927"/>
                </a:lnTo>
                <a:cubicBezTo>
                  <a:pt x="20324" y="85007"/>
                  <a:pt x="20445" y="85088"/>
                  <a:pt x="20566" y="85168"/>
                </a:cubicBezTo>
                <a:lnTo>
                  <a:pt x="22300" y="85168"/>
                </a:lnTo>
                <a:lnTo>
                  <a:pt x="22300" y="86257"/>
                </a:lnTo>
                <a:cubicBezTo>
                  <a:pt x="22381" y="86338"/>
                  <a:pt x="22462" y="86378"/>
                  <a:pt x="22542" y="86419"/>
                </a:cubicBezTo>
                <a:lnTo>
                  <a:pt x="22542" y="85168"/>
                </a:lnTo>
                <a:lnTo>
                  <a:pt x="27139" y="85168"/>
                </a:lnTo>
                <a:lnTo>
                  <a:pt x="27139" y="88838"/>
                </a:lnTo>
                <a:cubicBezTo>
                  <a:pt x="27220" y="88878"/>
                  <a:pt x="27301" y="88919"/>
                  <a:pt x="27381" y="88959"/>
                </a:cubicBezTo>
                <a:lnTo>
                  <a:pt x="27381" y="85168"/>
                </a:lnTo>
                <a:lnTo>
                  <a:pt x="31938" y="85168"/>
                </a:lnTo>
                <a:lnTo>
                  <a:pt x="31938" y="89725"/>
                </a:lnTo>
                <a:lnTo>
                  <a:pt x="29236" y="89725"/>
                </a:lnTo>
                <a:lnTo>
                  <a:pt x="29841" y="89967"/>
                </a:lnTo>
                <a:lnTo>
                  <a:pt x="31938" y="89967"/>
                </a:lnTo>
                <a:lnTo>
                  <a:pt x="31938" y="90733"/>
                </a:lnTo>
                <a:cubicBezTo>
                  <a:pt x="32019" y="90733"/>
                  <a:pt x="32099" y="90774"/>
                  <a:pt x="32180" y="90814"/>
                </a:cubicBezTo>
                <a:lnTo>
                  <a:pt x="32180" y="89967"/>
                </a:lnTo>
                <a:lnTo>
                  <a:pt x="36777" y="89967"/>
                </a:lnTo>
                <a:lnTo>
                  <a:pt x="36777" y="92024"/>
                </a:lnTo>
                <a:cubicBezTo>
                  <a:pt x="36858" y="92024"/>
                  <a:pt x="36939" y="92064"/>
                  <a:pt x="37019" y="92064"/>
                </a:cubicBezTo>
                <a:lnTo>
                  <a:pt x="37019" y="89967"/>
                </a:lnTo>
                <a:lnTo>
                  <a:pt x="41576" y="89967"/>
                </a:lnTo>
                <a:lnTo>
                  <a:pt x="41576" y="92790"/>
                </a:lnTo>
                <a:cubicBezTo>
                  <a:pt x="41657" y="92790"/>
                  <a:pt x="41737" y="92790"/>
                  <a:pt x="41818" y="92790"/>
                </a:cubicBezTo>
                <a:lnTo>
                  <a:pt x="41818" y="89967"/>
                </a:lnTo>
                <a:lnTo>
                  <a:pt x="46375" y="89967"/>
                </a:lnTo>
                <a:lnTo>
                  <a:pt x="46375" y="93032"/>
                </a:lnTo>
                <a:lnTo>
                  <a:pt x="46496" y="93032"/>
                </a:lnTo>
                <a:lnTo>
                  <a:pt x="46617" y="93032"/>
                </a:lnTo>
                <a:lnTo>
                  <a:pt x="46617" y="89967"/>
                </a:lnTo>
                <a:lnTo>
                  <a:pt x="51214" y="89967"/>
                </a:lnTo>
                <a:lnTo>
                  <a:pt x="51214" y="92790"/>
                </a:lnTo>
                <a:cubicBezTo>
                  <a:pt x="51295" y="92790"/>
                  <a:pt x="51375" y="92790"/>
                  <a:pt x="51456" y="92790"/>
                </a:cubicBezTo>
                <a:lnTo>
                  <a:pt x="51456" y="89967"/>
                </a:lnTo>
                <a:lnTo>
                  <a:pt x="56013" y="89967"/>
                </a:lnTo>
                <a:lnTo>
                  <a:pt x="56013" y="92064"/>
                </a:lnTo>
                <a:cubicBezTo>
                  <a:pt x="56093" y="92064"/>
                  <a:pt x="56174" y="92024"/>
                  <a:pt x="56255" y="92024"/>
                </a:cubicBezTo>
                <a:lnTo>
                  <a:pt x="56255" y="89967"/>
                </a:lnTo>
                <a:lnTo>
                  <a:pt x="60812" y="89967"/>
                </a:lnTo>
                <a:lnTo>
                  <a:pt x="60812" y="90814"/>
                </a:lnTo>
                <a:cubicBezTo>
                  <a:pt x="60892" y="90774"/>
                  <a:pt x="60973" y="90733"/>
                  <a:pt x="61054" y="90733"/>
                </a:cubicBezTo>
                <a:lnTo>
                  <a:pt x="61054" y="89967"/>
                </a:lnTo>
                <a:lnTo>
                  <a:pt x="63191" y="89967"/>
                </a:lnTo>
                <a:lnTo>
                  <a:pt x="63796" y="89725"/>
                </a:lnTo>
                <a:lnTo>
                  <a:pt x="61054" y="89725"/>
                </a:lnTo>
                <a:lnTo>
                  <a:pt x="61054" y="85168"/>
                </a:lnTo>
                <a:lnTo>
                  <a:pt x="65651" y="85168"/>
                </a:lnTo>
                <a:lnTo>
                  <a:pt x="65651" y="88959"/>
                </a:lnTo>
                <a:cubicBezTo>
                  <a:pt x="65731" y="88919"/>
                  <a:pt x="65812" y="88878"/>
                  <a:pt x="65893" y="88838"/>
                </a:cubicBezTo>
                <a:lnTo>
                  <a:pt x="65893" y="85168"/>
                </a:lnTo>
                <a:lnTo>
                  <a:pt x="70450" y="85168"/>
                </a:lnTo>
                <a:lnTo>
                  <a:pt x="70450" y="86419"/>
                </a:lnTo>
                <a:cubicBezTo>
                  <a:pt x="70530" y="86378"/>
                  <a:pt x="70611" y="86338"/>
                  <a:pt x="70691" y="86257"/>
                </a:cubicBezTo>
                <a:lnTo>
                  <a:pt x="70691" y="85168"/>
                </a:lnTo>
                <a:lnTo>
                  <a:pt x="72425" y="85168"/>
                </a:lnTo>
                <a:cubicBezTo>
                  <a:pt x="72546" y="85088"/>
                  <a:pt x="72667" y="85007"/>
                  <a:pt x="72788" y="84927"/>
                </a:cubicBezTo>
                <a:lnTo>
                  <a:pt x="70691" y="84927"/>
                </a:lnTo>
                <a:lnTo>
                  <a:pt x="70691" y="80329"/>
                </a:lnTo>
                <a:lnTo>
                  <a:pt x="75248" y="80329"/>
                </a:lnTo>
                <a:lnTo>
                  <a:pt x="75248" y="83072"/>
                </a:lnTo>
                <a:lnTo>
                  <a:pt x="75490" y="82910"/>
                </a:lnTo>
                <a:lnTo>
                  <a:pt x="75490" y="80329"/>
                </a:lnTo>
                <a:lnTo>
                  <a:pt x="78434" y="80329"/>
                </a:lnTo>
                <a:lnTo>
                  <a:pt x="78716" y="80087"/>
                </a:lnTo>
                <a:lnTo>
                  <a:pt x="75490" y="80087"/>
                </a:lnTo>
                <a:lnTo>
                  <a:pt x="75490" y="75531"/>
                </a:lnTo>
                <a:lnTo>
                  <a:pt x="80087" y="75531"/>
                </a:lnTo>
                <a:lnTo>
                  <a:pt x="80087" y="78716"/>
                </a:lnTo>
                <a:lnTo>
                  <a:pt x="80329" y="78474"/>
                </a:lnTo>
                <a:lnTo>
                  <a:pt x="80329" y="75531"/>
                </a:lnTo>
                <a:lnTo>
                  <a:pt x="82870" y="75531"/>
                </a:lnTo>
                <a:lnTo>
                  <a:pt x="83072" y="75289"/>
                </a:lnTo>
                <a:lnTo>
                  <a:pt x="80329" y="75289"/>
                </a:lnTo>
                <a:lnTo>
                  <a:pt x="80329" y="70732"/>
                </a:lnTo>
                <a:lnTo>
                  <a:pt x="84886" y="70732"/>
                </a:lnTo>
                <a:lnTo>
                  <a:pt x="84886" y="72829"/>
                </a:lnTo>
                <a:cubicBezTo>
                  <a:pt x="84967" y="72708"/>
                  <a:pt x="85048" y="72587"/>
                  <a:pt x="85128" y="72466"/>
                </a:cubicBezTo>
                <a:lnTo>
                  <a:pt x="85128" y="70732"/>
                </a:lnTo>
                <a:lnTo>
                  <a:pt x="86257" y="70732"/>
                </a:lnTo>
                <a:cubicBezTo>
                  <a:pt x="86298" y="70651"/>
                  <a:pt x="86338" y="70570"/>
                  <a:pt x="86378" y="70490"/>
                </a:cubicBezTo>
                <a:lnTo>
                  <a:pt x="85128" y="70490"/>
                </a:lnTo>
                <a:lnTo>
                  <a:pt x="85128" y="65893"/>
                </a:lnTo>
                <a:lnTo>
                  <a:pt x="88798" y="65893"/>
                </a:lnTo>
                <a:cubicBezTo>
                  <a:pt x="88838" y="65812"/>
                  <a:pt x="88879" y="65731"/>
                  <a:pt x="88919" y="65651"/>
                </a:cubicBezTo>
                <a:lnTo>
                  <a:pt x="85128" y="65651"/>
                </a:lnTo>
                <a:lnTo>
                  <a:pt x="85128" y="61094"/>
                </a:lnTo>
                <a:lnTo>
                  <a:pt x="89685" y="61094"/>
                </a:lnTo>
                <a:close/>
                <a:moveTo>
                  <a:pt x="85128" y="32180"/>
                </a:moveTo>
                <a:lnTo>
                  <a:pt x="89685" y="32180"/>
                </a:lnTo>
                <a:lnTo>
                  <a:pt x="89685" y="36777"/>
                </a:lnTo>
                <a:lnTo>
                  <a:pt x="85128" y="36777"/>
                </a:lnTo>
                <a:close/>
                <a:moveTo>
                  <a:pt x="85128" y="37019"/>
                </a:moveTo>
                <a:lnTo>
                  <a:pt x="89685" y="37019"/>
                </a:lnTo>
                <a:lnTo>
                  <a:pt x="89685" y="41576"/>
                </a:lnTo>
                <a:lnTo>
                  <a:pt x="85128" y="41576"/>
                </a:lnTo>
                <a:close/>
                <a:moveTo>
                  <a:pt x="85128" y="41818"/>
                </a:moveTo>
                <a:lnTo>
                  <a:pt x="89685" y="41818"/>
                </a:lnTo>
                <a:lnTo>
                  <a:pt x="89685" y="46375"/>
                </a:lnTo>
                <a:lnTo>
                  <a:pt x="85128" y="46375"/>
                </a:lnTo>
                <a:close/>
                <a:moveTo>
                  <a:pt x="85128" y="46617"/>
                </a:moveTo>
                <a:lnTo>
                  <a:pt x="89685" y="46617"/>
                </a:lnTo>
                <a:lnTo>
                  <a:pt x="89685" y="51214"/>
                </a:lnTo>
                <a:lnTo>
                  <a:pt x="85128" y="51214"/>
                </a:lnTo>
                <a:close/>
                <a:moveTo>
                  <a:pt x="85128" y="51456"/>
                </a:moveTo>
                <a:lnTo>
                  <a:pt x="89685" y="51456"/>
                </a:lnTo>
                <a:lnTo>
                  <a:pt x="89685" y="56013"/>
                </a:lnTo>
                <a:lnTo>
                  <a:pt x="85128" y="56013"/>
                </a:lnTo>
                <a:close/>
                <a:moveTo>
                  <a:pt x="85128" y="56255"/>
                </a:moveTo>
                <a:lnTo>
                  <a:pt x="89685" y="56255"/>
                </a:lnTo>
                <a:lnTo>
                  <a:pt x="89685" y="60812"/>
                </a:lnTo>
                <a:lnTo>
                  <a:pt x="85128" y="60812"/>
                </a:lnTo>
                <a:close/>
                <a:moveTo>
                  <a:pt x="7904" y="60812"/>
                </a:moveTo>
                <a:lnTo>
                  <a:pt x="3347" y="60812"/>
                </a:lnTo>
                <a:lnTo>
                  <a:pt x="3347" y="56255"/>
                </a:lnTo>
                <a:lnTo>
                  <a:pt x="7904" y="56255"/>
                </a:lnTo>
                <a:close/>
                <a:moveTo>
                  <a:pt x="7904" y="56013"/>
                </a:moveTo>
                <a:lnTo>
                  <a:pt x="3347" y="56013"/>
                </a:lnTo>
                <a:lnTo>
                  <a:pt x="3347" y="51456"/>
                </a:lnTo>
                <a:lnTo>
                  <a:pt x="7904" y="51456"/>
                </a:lnTo>
                <a:close/>
                <a:moveTo>
                  <a:pt x="7904" y="51214"/>
                </a:moveTo>
                <a:lnTo>
                  <a:pt x="3347" y="51214"/>
                </a:lnTo>
                <a:lnTo>
                  <a:pt x="3347" y="46617"/>
                </a:lnTo>
                <a:lnTo>
                  <a:pt x="7904" y="46617"/>
                </a:lnTo>
                <a:close/>
                <a:moveTo>
                  <a:pt x="7904" y="46375"/>
                </a:moveTo>
                <a:lnTo>
                  <a:pt x="3347" y="46375"/>
                </a:lnTo>
                <a:lnTo>
                  <a:pt x="3347" y="41818"/>
                </a:lnTo>
                <a:lnTo>
                  <a:pt x="7904" y="41818"/>
                </a:lnTo>
                <a:close/>
                <a:moveTo>
                  <a:pt x="7904" y="41576"/>
                </a:moveTo>
                <a:lnTo>
                  <a:pt x="3347" y="41576"/>
                </a:lnTo>
                <a:lnTo>
                  <a:pt x="3347" y="37019"/>
                </a:lnTo>
                <a:lnTo>
                  <a:pt x="7904" y="37019"/>
                </a:lnTo>
                <a:close/>
                <a:moveTo>
                  <a:pt x="7904" y="36777"/>
                </a:moveTo>
                <a:lnTo>
                  <a:pt x="3347" y="36777"/>
                </a:lnTo>
                <a:lnTo>
                  <a:pt x="3347" y="32180"/>
                </a:lnTo>
                <a:lnTo>
                  <a:pt x="7904" y="32180"/>
                </a:lnTo>
                <a:close/>
                <a:moveTo>
                  <a:pt x="12703" y="70449"/>
                </a:moveTo>
                <a:lnTo>
                  <a:pt x="8146" y="70449"/>
                </a:lnTo>
                <a:lnTo>
                  <a:pt x="8146" y="65893"/>
                </a:lnTo>
                <a:lnTo>
                  <a:pt x="12703" y="65893"/>
                </a:lnTo>
                <a:close/>
                <a:moveTo>
                  <a:pt x="12703" y="65610"/>
                </a:moveTo>
                <a:lnTo>
                  <a:pt x="8146" y="65610"/>
                </a:lnTo>
                <a:lnTo>
                  <a:pt x="8146" y="61054"/>
                </a:lnTo>
                <a:lnTo>
                  <a:pt x="12703" y="61054"/>
                </a:lnTo>
                <a:close/>
                <a:moveTo>
                  <a:pt x="12703" y="60812"/>
                </a:moveTo>
                <a:lnTo>
                  <a:pt x="8146" y="60812"/>
                </a:lnTo>
                <a:lnTo>
                  <a:pt x="8146" y="56255"/>
                </a:lnTo>
                <a:lnTo>
                  <a:pt x="12703" y="56255"/>
                </a:lnTo>
                <a:close/>
                <a:moveTo>
                  <a:pt x="12703" y="56013"/>
                </a:moveTo>
                <a:lnTo>
                  <a:pt x="8146" y="56013"/>
                </a:lnTo>
                <a:lnTo>
                  <a:pt x="8146" y="51456"/>
                </a:lnTo>
                <a:lnTo>
                  <a:pt x="12703" y="51456"/>
                </a:lnTo>
                <a:close/>
                <a:moveTo>
                  <a:pt x="12703" y="51174"/>
                </a:moveTo>
                <a:lnTo>
                  <a:pt x="8146" y="51174"/>
                </a:lnTo>
                <a:lnTo>
                  <a:pt x="8146" y="46617"/>
                </a:lnTo>
                <a:lnTo>
                  <a:pt x="12703" y="46617"/>
                </a:lnTo>
                <a:close/>
                <a:moveTo>
                  <a:pt x="12703" y="46375"/>
                </a:moveTo>
                <a:lnTo>
                  <a:pt x="8146" y="46375"/>
                </a:lnTo>
                <a:lnTo>
                  <a:pt x="8146" y="41818"/>
                </a:lnTo>
                <a:lnTo>
                  <a:pt x="12703" y="41818"/>
                </a:lnTo>
                <a:close/>
                <a:moveTo>
                  <a:pt x="12703" y="41576"/>
                </a:moveTo>
                <a:lnTo>
                  <a:pt x="8146" y="41576"/>
                </a:lnTo>
                <a:lnTo>
                  <a:pt x="8146" y="36979"/>
                </a:lnTo>
                <a:lnTo>
                  <a:pt x="12703" y="36979"/>
                </a:lnTo>
                <a:close/>
                <a:moveTo>
                  <a:pt x="12703" y="36737"/>
                </a:moveTo>
                <a:lnTo>
                  <a:pt x="8146" y="36737"/>
                </a:lnTo>
                <a:lnTo>
                  <a:pt x="8146" y="32180"/>
                </a:lnTo>
                <a:lnTo>
                  <a:pt x="12703" y="32180"/>
                </a:lnTo>
                <a:close/>
                <a:moveTo>
                  <a:pt x="12703" y="31938"/>
                </a:moveTo>
                <a:lnTo>
                  <a:pt x="8146" y="31938"/>
                </a:lnTo>
                <a:lnTo>
                  <a:pt x="8146" y="27381"/>
                </a:lnTo>
                <a:lnTo>
                  <a:pt x="12703" y="27381"/>
                </a:lnTo>
                <a:close/>
                <a:moveTo>
                  <a:pt x="12703" y="27139"/>
                </a:moveTo>
                <a:lnTo>
                  <a:pt x="8146" y="27139"/>
                </a:lnTo>
                <a:lnTo>
                  <a:pt x="8146" y="22542"/>
                </a:lnTo>
                <a:lnTo>
                  <a:pt x="12703" y="22542"/>
                </a:lnTo>
                <a:close/>
                <a:moveTo>
                  <a:pt x="17542" y="75248"/>
                </a:moveTo>
                <a:lnTo>
                  <a:pt x="12945" y="75248"/>
                </a:lnTo>
                <a:lnTo>
                  <a:pt x="12945" y="70651"/>
                </a:lnTo>
                <a:lnTo>
                  <a:pt x="17542" y="70651"/>
                </a:lnTo>
                <a:close/>
                <a:moveTo>
                  <a:pt x="17542" y="70449"/>
                </a:moveTo>
                <a:lnTo>
                  <a:pt x="12945" y="70449"/>
                </a:lnTo>
                <a:lnTo>
                  <a:pt x="12945" y="65852"/>
                </a:lnTo>
                <a:lnTo>
                  <a:pt x="17542" y="65852"/>
                </a:lnTo>
                <a:close/>
                <a:moveTo>
                  <a:pt x="17542" y="65610"/>
                </a:moveTo>
                <a:lnTo>
                  <a:pt x="12945" y="65610"/>
                </a:lnTo>
                <a:lnTo>
                  <a:pt x="12945" y="61054"/>
                </a:lnTo>
                <a:lnTo>
                  <a:pt x="17542" y="61054"/>
                </a:lnTo>
                <a:close/>
                <a:moveTo>
                  <a:pt x="17542" y="60812"/>
                </a:moveTo>
                <a:lnTo>
                  <a:pt x="12945" y="60812"/>
                </a:lnTo>
                <a:lnTo>
                  <a:pt x="12945" y="56214"/>
                </a:lnTo>
                <a:lnTo>
                  <a:pt x="17542" y="56214"/>
                </a:lnTo>
                <a:close/>
                <a:moveTo>
                  <a:pt x="17542" y="55972"/>
                </a:moveTo>
                <a:lnTo>
                  <a:pt x="12945" y="55972"/>
                </a:lnTo>
                <a:lnTo>
                  <a:pt x="12945" y="51416"/>
                </a:lnTo>
                <a:lnTo>
                  <a:pt x="17542" y="51416"/>
                </a:lnTo>
                <a:close/>
                <a:moveTo>
                  <a:pt x="17542" y="51174"/>
                </a:moveTo>
                <a:lnTo>
                  <a:pt x="12945" y="51174"/>
                </a:lnTo>
                <a:lnTo>
                  <a:pt x="12945" y="46617"/>
                </a:lnTo>
                <a:lnTo>
                  <a:pt x="17542" y="46617"/>
                </a:lnTo>
                <a:close/>
                <a:moveTo>
                  <a:pt x="17542" y="46375"/>
                </a:moveTo>
                <a:lnTo>
                  <a:pt x="12945" y="46375"/>
                </a:lnTo>
                <a:lnTo>
                  <a:pt x="12945" y="41778"/>
                </a:lnTo>
                <a:lnTo>
                  <a:pt x="17542" y="41778"/>
                </a:lnTo>
                <a:close/>
                <a:moveTo>
                  <a:pt x="17542" y="41536"/>
                </a:moveTo>
                <a:lnTo>
                  <a:pt x="12945" y="41536"/>
                </a:lnTo>
                <a:lnTo>
                  <a:pt x="12945" y="36979"/>
                </a:lnTo>
                <a:lnTo>
                  <a:pt x="17542" y="36979"/>
                </a:lnTo>
                <a:close/>
                <a:moveTo>
                  <a:pt x="17542" y="36737"/>
                </a:moveTo>
                <a:lnTo>
                  <a:pt x="12945" y="36737"/>
                </a:lnTo>
                <a:lnTo>
                  <a:pt x="12945" y="32180"/>
                </a:lnTo>
                <a:lnTo>
                  <a:pt x="17542" y="32180"/>
                </a:lnTo>
                <a:close/>
                <a:moveTo>
                  <a:pt x="17542" y="31938"/>
                </a:moveTo>
                <a:lnTo>
                  <a:pt x="12945" y="31938"/>
                </a:lnTo>
                <a:lnTo>
                  <a:pt x="12945" y="27341"/>
                </a:lnTo>
                <a:lnTo>
                  <a:pt x="17542" y="27341"/>
                </a:lnTo>
                <a:close/>
                <a:moveTo>
                  <a:pt x="17542" y="27099"/>
                </a:moveTo>
                <a:lnTo>
                  <a:pt x="12945" y="27099"/>
                </a:lnTo>
                <a:lnTo>
                  <a:pt x="12945" y="22542"/>
                </a:lnTo>
                <a:lnTo>
                  <a:pt x="17542" y="22542"/>
                </a:lnTo>
                <a:close/>
                <a:moveTo>
                  <a:pt x="17542" y="22300"/>
                </a:moveTo>
                <a:lnTo>
                  <a:pt x="12945" y="22300"/>
                </a:lnTo>
                <a:lnTo>
                  <a:pt x="12945" y="17743"/>
                </a:lnTo>
                <a:lnTo>
                  <a:pt x="17542" y="17743"/>
                </a:lnTo>
                <a:close/>
                <a:moveTo>
                  <a:pt x="22341" y="80047"/>
                </a:moveTo>
                <a:lnTo>
                  <a:pt x="17784" y="80047"/>
                </a:lnTo>
                <a:lnTo>
                  <a:pt x="17784" y="75450"/>
                </a:lnTo>
                <a:lnTo>
                  <a:pt x="22341" y="75450"/>
                </a:lnTo>
                <a:close/>
                <a:moveTo>
                  <a:pt x="22341" y="75208"/>
                </a:moveTo>
                <a:lnTo>
                  <a:pt x="17784" y="75208"/>
                </a:lnTo>
                <a:lnTo>
                  <a:pt x="17784" y="70651"/>
                </a:lnTo>
                <a:lnTo>
                  <a:pt x="22341" y="70651"/>
                </a:lnTo>
                <a:close/>
                <a:moveTo>
                  <a:pt x="22341" y="70409"/>
                </a:moveTo>
                <a:lnTo>
                  <a:pt x="17784" y="70409"/>
                </a:lnTo>
                <a:lnTo>
                  <a:pt x="17784" y="65852"/>
                </a:lnTo>
                <a:lnTo>
                  <a:pt x="22341" y="65852"/>
                </a:lnTo>
                <a:close/>
                <a:moveTo>
                  <a:pt x="22341" y="65610"/>
                </a:moveTo>
                <a:lnTo>
                  <a:pt x="17784" y="65610"/>
                </a:lnTo>
                <a:lnTo>
                  <a:pt x="17784" y="61013"/>
                </a:lnTo>
                <a:lnTo>
                  <a:pt x="22341" y="61013"/>
                </a:lnTo>
                <a:close/>
                <a:moveTo>
                  <a:pt x="22341" y="60771"/>
                </a:moveTo>
                <a:lnTo>
                  <a:pt x="17784" y="60771"/>
                </a:lnTo>
                <a:lnTo>
                  <a:pt x="17784" y="56214"/>
                </a:lnTo>
                <a:lnTo>
                  <a:pt x="22341" y="56214"/>
                </a:lnTo>
                <a:close/>
                <a:moveTo>
                  <a:pt x="22341" y="55972"/>
                </a:moveTo>
                <a:lnTo>
                  <a:pt x="17784" y="55972"/>
                </a:lnTo>
                <a:lnTo>
                  <a:pt x="17784" y="51416"/>
                </a:lnTo>
                <a:lnTo>
                  <a:pt x="22341" y="51416"/>
                </a:lnTo>
                <a:close/>
                <a:moveTo>
                  <a:pt x="22341" y="51174"/>
                </a:moveTo>
                <a:lnTo>
                  <a:pt x="17784" y="51174"/>
                </a:lnTo>
                <a:lnTo>
                  <a:pt x="17784" y="46577"/>
                </a:lnTo>
                <a:lnTo>
                  <a:pt x="22341" y="46577"/>
                </a:lnTo>
                <a:close/>
                <a:moveTo>
                  <a:pt x="22341" y="46335"/>
                </a:moveTo>
                <a:lnTo>
                  <a:pt x="17784" y="46335"/>
                </a:lnTo>
                <a:lnTo>
                  <a:pt x="17784" y="41778"/>
                </a:lnTo>
                <a:lnTo>
                  <a:pt x="22341" y="41778"/>
                </a:lnTo>
                <a:close/>
                <a:moveTo>
                  <a:pt x="22341" y="41536"/>
                </a:moveTo>
                <a:lnTo>
                  <a:pt x="17784" y="41536"/>
                </a:lnTo>
                <a:lnTo>
                  <a:pt x="17784" y="36939"/>
                </a:lnTo>
                <a:lnTo>
                  <a:pt x="22341" y="36939"/>
                </a:lnTo>
                <a:close/>
                <a:moveTo>
                  <a:pt x="22341" y="36737"/>
                </a:moveTo>
                <a:lnTo>
                  <a:pt x="17784" y="36737"/>
                </a:lnTo>
                <a:lnTo>
                  <a:pt x="17784" y="32140"/>
                </a:lnTo>
                <a:lnTo>
                  <a:pt x="22341" y="32140"/>
                </a:lnTo>
                <a:close/>
                <a:moveTo>
                  <a:pt x="22341" y="31898"/>
                </a:moveTo>
                <a:lnTo>
                  <a:pt x="17784" y="31898"/>
                </a:lnTo>
                <a:lnTo>
                  <a:pt x="17784" y="27341"/>
                </a:lnTo>
                <a:lnTo>
                  <a:pt x="22341" y="27341"/>
                </a:lnTo>
                <a:close/>
                <a:moveTo>
                  <a:pt x="22341" y="27099"/>
                </a:moveTo>
                <a:lnTo>
                  <a:pt x="17784" y="27099"/>
                </a:lnTo>
                <a:lnTo>
                  <a:pt x="17784" y="22502"/>
                </a:lnTo>
                <a:lnTo>
                  <a:pt x="22341" y="22502"/>
                </a:lnTo>
                <a:close/>
                <a:moveTo>
                  <a:pt x="22341" y="22260"/>
                </a:moveTo>
                <a:lnTo>
                  <a:pt x="17784" y="22260"/>
                </a:lnTo>
                <a:lnTo>
                  <a:pt x="17784" y="17703"/>
                </a:lnTo>
                <a:lnTo>
                  <a:pt x="22341" y="17703"/>
                </a:lnTo>
                <a:close/>
                <a:moveTo>
                  <a:pt x="22341" y="17461"/>
                </a:moveTo>
                <a:lnTo>
                  <a:pt x="17784" y="17461"/>
                </a:lnTo>
                <a:lnTo>
                  <a:pt x="17784" y="12904"/>
                </a:lnTo>
                <a:lnTo>
                  <a:pt x="22341" y="12904"/>
                </a:lnTo>
                <a:close/>
                <a:moveTo>
                  <a:pt x="27139" y="84846"/>
                </a:moveTo>
                <a:lnTo>
                  <a:pt x="22583" y="84846"/>
                </a:lnTo>
                <a:lnTo>
                  <a:pt x="22583" y="80249"/>
                </a:lnTo>
                <a:lnTo>
                  <a:pt x="27139" y="80249"/>
                </a:lnTo>
                <a:close/>
                <a:moveTo>
                  <a:pt x="27139" y="80007"/>
                </a:moveTo>
                <a:lnTo>
                  <a:pt x="22583" y="80007"/>
                </a:lnTo>
                <a:lnTo>
                  <a:pt x="22583" y="75450"/>
                </a:lnTo>
                <a:lnTo>
                  <a:pt x="27139" y="75450"/>
                </a:lnTo>
                <a:close/>
                <a:moveTo>
                  <a:pt x="27139" y="75208"/>
                </a:moveTo>
                <a:lnTo>
                  <a:pt x="22583" y="75208"/>
                </a:lnTo>
                <a:lnTo>
                  <a:pt x="22583" y="70611"/>
                </a:lnTo>
                <a:lnTo>
                  <a:pt x="27139" y="70611"/>
                </a:lnTo>
                <a:close/>
                <a:moveTo>
                  <a:pt x="27139" y="70369"/>
                </a:moveTo>
                <a:lnTo>
                  <a:pt x="22583" y="70369"/>
                </a:lnTo>
                <a:lnTo>
                  <a:pt x="22583" y="65812"/>
                </a:lnTo>
                <a:lnTo>
                  <a:pt x="27139" y="65812"/>
                </a:lnTo>
                <a:close/>
                <a:moveTo>
                  <a:pt x="27139" y="65570"/>
                </a:moveTo>
                <a:lnTo>
                  <a:pt x="22583" y="65570"/>
                </a:lnTo>
                <a:lnTo>
                  <a:pt x="22583" y="61013"/>
                </a:lnTo>
                <a:lnTo>
                  <a:pt x="27139" y="61013"/>
                </a:lnTo>
                <a:close/>
                <a:moveTo>
                  <a:pt x="27139" y="60771"/>
                </a:moveTo>
                <a:lnTo>
                  <a:pt x="22583" y="60771"/>
                </a:lnTo>
                <a:lnTo>
                  <a:pt x="22583" y="56174"/>
                </a:lnTo>
                <a:lnTo>
                  <a:pt x="27139" y="56174"/>
                </a:lnTo>
                <a:close/>
                <a:moveTo>
                  <a:pt x="27139" y="55932"/>
                </a:moveTo>
                <a:lnTo>
                  <a:pt x="22583" y="55932"/>
                </a:lnTo>
                <a:lnTo>
                  <a:pt x="22583" y="51375"/>
                </a:lnTo>
                <a:lnTo>
                  <a:pt x="27139" y="51375"/>
                </a:lnTo>
                <a:close/>
                <a:moveTo>
                  <a:pt x="27139" y="51133"/>
                </a:moveTo>
                <a:lnTo>
                  <a:pt x="22583" y="51133"/>
                </a:lnTo>
                <a:lnTo>
                  <a:pt x="22583" y="46577"/>
                </a:lnTo>
                <a:lnTo>
                  <a:pt x="27139" y="46577"/>
                </a:lnTo>
                <a:close/>
                <a:moveTo>
                  <a:pt x="27139" y="46335"/>
                </a:moveTo>
                <a:lnTo>
                  <a:pt x="22583" y="46335"/>
                </a:lnTo>
                <a:lnTo>
                  <a:pt x="22583" y="41737"/>
                </a:lnTo>
                <a:lnTo>
                  <a:pt x="27139" y="41737"/>
                </a:lnTo>
                <a:close/>
                <a:moveTo>
                  <a:pt x="27139" y="41495"/>
                </a:moveTo>
                <a:lnTo>
                  <a:pt x="22583" y="41495"/>
                </a:lnTo>
                <a:lnTo>
                  <a:pt x="22583" y="36939"/>
                </a:lnTo>
                <a:lnTo>
                  <a:pt x="27139" y="36939"/>
                </a:lnTo>
                <a:close/>
                <a:moveTo>
                  <a:pt x="27139" y="36697"/>
                </a:moveTo>
                <a:lnTo>
                  <a:pt x="22583" y="36697"/>
                </a:lnTo>
                <a:lnTo>
                  <a:pt x="22583" y="32140"/>
                </a:lnTo>
                <a:lnTo>
                  <a:pt x="27139" y="32140"/>
                </a:lnTo>
                <a:close/>
                <a:moveTo>
                  <a:pt x="27139" y="31898"/>
                </a:moveTo>
                <a:lnTo>
                  <a:pt x="22583" y="31898"/>
                </a:lnTo>
                <a:lnTo>
                  <a:pt x="22583" y="27301"/>
                </a:lnTo>
                <a:lnTo>
                  <a:pt x="27139" y="27301"/>
                </a:lnTo>
                <a:close/>
                <a:moveTo>
                  <a:pt x="27139" y="27059"/>
                </a:moveTo>
                <a:lnTo>
                  <a:pt x="22583" y="27059"/>
                </a:lnTo>
                <a:lnTo>
                  <a:pt x="22583" y="22502"/>
                </a:lnTo>
                <a:lnTo>
                  <a:pt x="27139" y="22502"/>
                </a:lnTo>
                <a:close/>
                <a:moveTo>
                  <a:pt x="27139" y="22260"/>
                </a:moveTo>
                <a:lnTo>
                  <a:pt x="22583" y="22260"/>
                </a:lnTo>
                <a:lnTo>
                  <a:pt x="22583" y="17703"/>
                </a:lnTo>
                <a:lnTo>
                  <a:pt x="27139" y="17703"/>
                </a:lnTo>
                <a:close/>
                <a:moveTo>
                  <a:pt x="27139" y="17461"/>
                </a:moveTo>
                <a:lnTo>
                  <a:pt x="22583" y="17461"/>
                </a:lnTo>
                <a:lnTo>
                  <a:pt x="22583" y="12864"/>
                </a:lnTo>
                <a:lnTo>
                  <a:pt x="27139" y="12864"/>
                </a:lnTo>
                <a:close/>
                <a:moveTo>
                  <a:pt x="27139" y="12622"/>
                </a:moveTo>
                <a:lnTo>
                  <a:pt x="22583" y="12622"/>
                </a:lnTo>
                <a:lnTo>
                  <a:pt x="22583" y="8065"/>
                </a:lnTo>
                <a:lnTo>
                  <a:pt x="27139" y="8065"/>
                </a:lnTo>
                <a:close/>
                <a:moveTo>
                  <a:pt x="31979" y="84806"/>
                </a:moveTo>
                <a:lnTo>
                  <a:pt x="27381" y="84806"/>
                </a:lnTo>
                <a:lnTo>
                  <a:pt x="27381" y="80249"/>
                </a:lnTo>
                <a:lnTo>
                  <a:pt x="31979" y="80249"/>
                </a:lnTo>
                <a:close/>
                <a:moveTo>
                  <a:pt x="31979" y="80007"/>
                </a:moveTo>
                <a:lnTo>
                  <a:pt x="27381" y="80007"/>
                </a:lnTo>
                <a:lnTo>
                  <a:pt x="27381" y="75410"/>
                </a:lnTo>
                <a:lnTo>
                  <a:pt x="31979" y="75410"/>
                </a:lnTo>
                <a:close/>
                <a:moveTo>
                  <a:pt x="31979" y="75168"/>
                </a:moveTo>
                <a:lnTo>
                  <a:pt x="27381" y="75168"/>
                </a:lnTo>
                <a:lnTo>
                  <a:pt x="27381" y="70611"/>
                </a:lnTo>
                <a:lnTo>
                  <a:pt x="31979" y="70611"/>
                </a:lnTo>
                <a:close/>
                <a:moveTo>
                  <a:pt x="31979" y="70369"/>
                </a:moveTo>
                <a:lnTo>
                  <a:pt x="27381" y="70369"/>
                </a:lnTo>
                <a:lnTo>
                  <a:pt x="27381" y="65812"/>
                </a:lnTo>
                <a:lnTo>
                  <a:pt x="31979" y="65812"/>
                </a:lnTo>
                <a:close/>
                <a:moveTo>
                  <a:pt x="31979" y="65570"/>
                </a:moveTo>
                <a:lnTo>
                  <a:pt x="27381" y="65570"/>
                </a:lnTo>
                <a:lnTo>
                  <a:pt x="27381" y="60973"/>
                </a:lnTo>
                <a:lnTo>
                  <a:pt x="31979" y="60973"/>
                </a:lnTo>
                <a:close/>
                <a:moveTo>
                  <a:pt x="31979" y="60731"/>
                </a:moveTo>
                <a:lnTo>
                  <a:pt x="27381" y="60731"/>
                </a:lnTo>
                <a:lnTo>
                  <a:pt x="27381" y="56174"/>
                </a:lnTo>
                <a:lnTo>
                  <a:pt x="31979" y="56174"/>
                </a:lnTo>
                <a:close/>
                <a:moveTo>
                  <a:pt x="31979" y="55932"/>
                </a:moveTo>
                <a:lnTo>
                  <a:pt x="27381" y="55932"/>
                </a:lnTo>
                <a:lnTo>
                  <a:pt x="27381" y="51375"/>
                </a:lnTo>
                <a:lnTo>
                  <a:pt x="31979" y="51375"/>
                </a:lnTo>
                <a:close/>
                <a:moveTo>
                  <a:pt x="31979" y="51133"/>
                </a:moveTo>
                <a:lnTo>
                  <a:pt x="27381" y="51133"/>
                </a:lnTo>
                <a:lnTo>
                  <a:pt x="27381" y="46536"/>
                </a:lnTo>
                <a:lnTo>
                  <a:pt x="31979" y="46536"/>
                </a:lnTo>
                <a:close/>
                <a:moveTo>
                  <a:pt x="31979" y="46294"/>
                </a:moveTo>
                <a:lnTo>
                  <a:pt x="27381" y="46294"/>
                </a:lnTo>
                <a:lnTo>
                  <a:pt x="27381" y="41737"/>
                </a:lnTo>
                <a:lnTo>
                  <a:pt x="31979" y="41737"/>
                </a:lnTo>
                <a:close/>
                <a:moveTo>
                  <a:pt x="31979" y="41495"/>
                </a:moveTo>
                <a:lnTo>
                  <a:pt x="27381" y="41495"/>
                </a:lnTo>
                <a:lnTo>
                  <a:pt x="27381" y="36898"/>
                </a:lnTo>
                <a:lnTo>
                  <a:pt x="31979" y="36898"/>
                </a:lnTo>
                <a:close/>
                <a:moveTo>
                  <a:pt x="31979" y="36656"/>
                </a:moveTo>
                <a:lnTo>
                  <a:pt x="27381" y="36656"/>
                </a:lnTo>
                <a:lnTo>
                  <a:pt x="27381" y="32099"/>
                </a:lnTo>
                <a:lnTo>
                  <a:pt x="31979" y="32099"/>
                </a:lnTo>
                <a:close/>
                <a:moveTo>
                  <a:pt x="31979" y="31858"/>
                </a:moveTo>
                <a:lnTo>
                  <a:pt x="27381" y="31858"/>
                </a:lnTo>
                <a:lnTo>
                  <a:pt x="27381" y="27301"/>
                </a:lnTo>
                <a:lnTo>
                  <a:pt x="31979" y="27301"/>
                </a:lnTo>
                <a:close/>
                <a:moveTo>
                  <a:pt x="31979" y="27059"/>
                </a:moveTo>
                <a:lnTo>
                  <a:pt x="27381" y="27059"/>
                </a:lnTo>
                <a:lnTo>
                  <a:pt x="27381" y="22462"/>
                </a:lnTo>
                <a:lnTo>
                  <a:pt x="31979" y="22462"/>
                </a:lnTo>
                <a:close/>
                <a:moveTo>
                  <a:pt x="31979" y="22220"/>
                </a:moveTo>
                <a:lnTo>
                  <a:pt x="27381" y="22220"/>
                </a:lnTo>
                <a:lnTo>
                  <a:pt x="27381" y="17663"/>
                </a:lnTo>
                <a:lnTo>
                  <a:pt x="31979" y="17663"/>
                </a:lnTo>
                <a:close/>
                <a:moveTo>
                  <a:pt x="31979" y="17421"/>
                </a:moveTo>
                <a:lnTo>
                  <a:pt x="27381" y="17421"/>
                </a:lnTo>
                <a:lnTo>
                  <a:pt x="27381" y="12864"/>
                </a:lnTo>
                <a:lnTo>
                  <a:pt x="31979" y="12864"/>
                </a:lnTo>
                <a:close/>
                <a:moveTo>
                  <a:pt x="31979" y="12622"/>
                </a:moveTo>
                <a:lnTo>
                  <a:pt x="27381" y="12622"/>
                </a:lnTo>
                <a:lnTo>
                  <a:pt x="27381" y="8025"/>
                </a:lnTo>
                <a:lnTo>
                  <a:pt x="31979" y="8025"/>
                </a:lnTo>
                <a:close/>
                <a:moveTo>
                  <a:pt x="36777" y="89604"/>
                </a:moveTo>
                <a:lnTo>
                  <a:pt x="32220" y="89604"/>
                </a:lnTo>
                <a:lnTo>
                  <a:pt x="32220" y="85007"/>
                </a:lnTo>
                <a:lnTo>
                  <a:pt x="36777" y="85007"/>
                </a:lnTo>
                <a:close/>
                <a:moveTo>
                  <a:pt x="36777" y="84765"/>
                </a:moveTo>
                <a:lnTo>
                  <a:pt x="32220" y="84765"/>
                </a:lnTo>
                <a:lnTo>
                  <a:pt x="32220" y="80208"/>
                </a:lnTo>
                <a:lnTo>
                  <a:pt x="36777" y="80208"/>
                </a:lnTo>
                <a:close/>
                <a:moveTo>
                  <a:pt x="36777" y="79966"/>
                </a:moveTo>
                <a:lnTo>
                  <a:pt x="32220" y="79966"/>
                </a:lnTo>
                <a:lnTo>
                  <a:pt x="32220" y="75410"/>
                </a:lnTo>
                <a:lnTo>
                  <a:pt x="36777" y="75410"/>
                </a:lnTo>
                <a:close/>
                <a:moveTo>
                  <a:pt x="36777" y="75168"/>
                </a:moveTo>
                <a:lnTo>
                  <a:pt x="32220" y="75168"/>
                </a:lnTo>
                <a:lnTo>
                  <a:pt x="32220" y="70570"/>
                </a:lnTo>
                <a:lnTo>
                  <a:pt x="36777" y="70570"/>
                </a:lnTo>
                <a:close/>
                <a:moveTo>
                  <a:pt x="36777" y="70329"/>
                </a:moveTo>
                <a:lnTo>
                  <a:pt x="32220" y="70329"/>
                </a:lnTo>
                <a:lnTo>
                  <a:pt x="32220" y="65772"/>
                </a:lnTo>
                <a:lnTo>
                  <a:pt x="36777" y="65772"/>
                </a:lnTo>
                <a:close/>
                <a:moveTo>
                  <a:pt x="36777" y="65530"/>
                </a:moveTo>
                <a:lnTo>
                  <a:pt x="32220" y="65530"/>
                </a:lnTo>
                <a:lnTo>
                  <a:pt x="32220" y="60973"/>
                </a:lnTo>
                <a:lnTo>
                  <a:pt x="36777" y="60973"/>
                </a:lnTo>
                <a:close/>
                <a:moveTo>
                  <a:pt x="36777" y="60731"/>
                </a:moveTo>
                <a:lnTo>
                  <a:pt x="32220" y="60731"/>
                </a:lnTo>
                <a:lnTo>
                  <a:pt x="32220" y="56134"/>
                </a:lnTo>
                <a:lnTo>
                  <a:pt x="36777" y="56134"/>
                </a:lnTo>
                <a:close/>
                <a:moveTo>
                  <a:pt x="36777" y="55892"/>
                </a:moveTo>
                <a:lnTo>
                  <a:pt x="32220" y="55892"/>
                </a:lnTo>
                <a:lnTo>
                  <a:pt x="32220" y="51335"/>
                </a:lnTo>
                <a:lnTo>
                  <a:pt x="36777" y="51335"/>
                </a:lnTo>
                <a:close/>
                <a:moveTo>
                  <a:pt x="36777" y="51093"/>
                </a:moveTo>
                <a:lnTo>
                  <a:pt x="32220" y="51093"/>
                </a:lnTo>
                <a:lnTo>
                  <a:pt x="32220" y="46536"/>
                </a:lnTo>
                <a:lnTo>
                  <a:pt x="36777" y="46536"/>
                </a:lnTo>
                <a:close/>
                <a:moveTo>
                  <a:pt x="36777" y="46294"/>
                </a:moveTo>
                <a:lnTo>
                  <a:pt x="32220" y="46294"/>
                </a:lnTo>
                <a:lnTo>
                  <a:pt x="32220" y="41697"/>
                </a:lnTo>
                <a:lnTo>
                  <a:pt x="36777" y="41697"/>
                </a:lnTo>
                <a:close/>
                <a:moveTo>
                  <a:pt x="36777" y="41455"/>
                </a:moveTo>
                <a:lnTo>
                  <a:pt x="32220" y="41455"/>
                </a:lnTo>
                <a:lnTo>
                  <a:pt x="32220" y="36898"/>
                </a:lnTo>
                <a:lnTo>
                  <a:pt x="36777" y="36898"/>
                </a:lnTo>
                <a:close/>
                <a:moveTo>
                  <a:pt x="36777" y="36656"/>
                </a:moveTo>
                <a:lnTo>
                  <a:pt x="32220" y="36656"/>
                </a:lnTo>
                <a:lnTo>
                  <a:pt x="32220" y="32059"/>
                </a:lnTo>
                <a:lnTo>
                  <a:pt x="36777" y="32059"/>
                </a:lnTo>
                <a:close/>
                <a:moveTo>
                  <a:pt x="36777" y="31817"/>
                </a:moveTo>
                <a:lnTo>
                  <a:pt x="32220" y="31817"/>
                </a:lnTo>
                <a:lnTo>
                  <a:pt x="32220" y="27260"/>
                </a:lnTo>
                <a:lnTo>
                  <a:pt x="36777" y="27260"/>
                </a:lnTo>
                <a:close/>
                <a:moveTo>
                  <a:pt x="36777" y="27018"/>
                </a:moveTo>
                <a:lnTo>
                  <a:pt x="32220" y="27018"/>
                </a:lnTo>
                <a:lnTo>
                  <a:pt x="32220" y="22462"/>
                </a:lnTo>
                <a:lnTo>
                  <a:pt x="36777" y="22462"/>
                </a:lnTo>
                <a:close/>
                <a:moveTo>
                  <a:pt x="36777" y="22220"/>
                </a:moveTo>
                <a:lnTo>
                  <a:pt x="32220" y="22220"/>
                </a:lnTo>
                <a:lnTo>
                  <a:pt x="32220" y="17622"/>
                </a:lnTo>
                <a:lnTo>
                  <a:pt x="36777" y="17622"/>
                </a:lnTo>
                <a:close/>
                <a:moveTo>
                  <a:pt x="36777" y="17380"/>
                </a:moveTo>
                <a:lnTo>
                  <a:pt x="32220" y="17380"/>
                </a:lnTo>
                <a:lnTo>
                  <a:pt x="32220" y="12824"/>
                </a:lnTo>
                <a:lnTo>
                  <a:pt x="36777" y="12824"/>
                </a:lnTo>
                <a:close/>
                <a:moveTo>
                  <a:pt x="36777" y="12582"/>
                </a:moveTo>
                <a:lnTo>
                  <a:pt x="32220" y="12582"/>
                </a:lnTo>
                <a:lnTo>
                  <a:pt x="32220" y="8025"/>
                </a:lnTo>
                <a:lnTo>
                  <a:pt x="36777" y="8025"/>
                </a:lnTo>
                <a:close/>
                <a:moveTo>
                  <a:pt x="36777" y="7783"/>
                </a:moveTo>
                <a:lnTo>
                  <a:pt x="32220" y="7783"/>
                </a:lnTo>
                <a:lnTo>
                  <a:pt x="32220" y="3307"/>
                </a:lnTo>
                <a:lnTo>
                  <a:pt x="36777" y="3307"/>
                </a:lnTo>
                <a:lnTo>
                  <a:pt x="36777" y="7904"/>
                </a:lnTo>
                <a:close/>
                <a:moveTo>
                  <a:pt x="41616" y="89564"/>
                </a:moveTo>
                <a:lnTo>
                  <a:pt x="37019" y="89564"/>
                </a:lnTo>
                <a:lnTo>
                  <a:pt x="37019" y="85007"/>
                </a:lnTo>
                <a:lnTo>
                  <a:pt x="41616" y="85007"/>
                </a:lnTo>
                <a:close/>
                <a:moveTo>
                  <a:pt x="41616" y="84765"/>
                </a:moveTo>
                <a:lnTo>
                  <a:pt x="37019" y="84765"/>
                </a:lnTo>
                <a:lnTo>
                  <a:pt x="37019" y="80168"/>
                </a:lnTo>
                <a:lnTo>
                  <a:pt x="41616" y="80168"/>
                </a:lnTo>
                <a:close/>
                <a:moveTo>
                  <a:pt x="41616" y="79926"/>
                </a:moveTo>
                <a:lnTo>
                  <a:pt x="37019" y="79926"/>
                </a:lnTo>
                <a:lnTo>
                  <a:pt x="37019" y="75369"/>
                </a:lnTo>
                <a:lnTo>
                  <a:pt x="41616" y="75369"/>
                </a:lnTo>
                <a:close/>
                <a:moveTo>
                  <a:pt x="41616" y="75127"/>
                </a:moveTo>
                <a:lnTo>
                  <a:pt x="37019" y="75127"/>
                </a:lnTo>
                <a:lnTo>
                  <a:pt x="37019" y="70570"/>
                </a:lnTo>
                <a:lnTo>
                  <a:pt x="41616" y="70570"/>
                </a:lnTo>
                <a:close/>
                <a:moveTo>
                  <a:pt x="41616" y="70329"/>
                </a:moveTo>
                <a:lnTo>
                  <a:pt x="37019" y="70329"/>
                </a:lnTo>
                <a:lnTo>
                  <a:pt x="37019" y="65731"/>
                </a:lnTo>
                <a:lnTo>
                  <a:pt x="41616" y="65731"/>
                </a:lnTo>
                <a:close/>
                <a:moveTo>
                  <a:pt x="41616" y="65489"/>
                </a:moveTo>
                <a:lnTo>
                  <a:pt x="37019" y="65489"/>
                </a:lnTo>
                <a:lnTo>
                  <a:pt x="37019" y="60933"/>
                </a:lnTo>
                <a:lnTo>
                  <a:pt x="41616" y="60933"/>
                </a:lnTo>
                <a:close/>
                <a:moveTo>
                  <a:pt x="41616" y="60691"/>
                </a:moveTo>
                <a:lnTo>
                  <a:pt x="37019" y="60691"/>
                </a:lnTo>
                <a:lnTo>
                  <a:pt x="37019" y="56134"/>
                </a:lnTo>
                <a:lnTo>
                  <a:pt x="41616" y="56134"/>
                </a:lnTo>
                <a:close/>
                <a:moveTo>
                  <a:pt x="41616" y="55892"/>
                </a:moveTo>
                <a:lnTo>
                  <a:pt x="37019" y="55892"/>
                </a:lnTo>
                <a:lnTo>
                  <a:pt x="37019" y="51295"/>
                </a:lnTo>
                <a:lnTo>
                  <a:pt x="41616" y="51295"/>
                </a:lnTo>
                <a:close/>
                <a:moveTo>
                  <a:pt x="41616" y="51053"/>
                </a:moveTo>
                <a:lnTo>
                  <a:pt x="37019" y="51053"/>
                </a:lnTo>
                <a:lnTo>
                  <a:pt x="37019" y="46496"/>
                </a:lnTo>
                <a:lnTo>
                  <a:pt x="41616" y="46496"/>
                </a:lnTo>
                <a:close/>
                <a:moveTo>
                  <a:pt x="41616" y="46254"/>
                </a:moveTo>
                <a:lnTo>
                  <a:pt x="37019" y="46254"/>
                </a:lnTo>
                <a:lnTo>
                  <a:pt x="37019" y="41697"/>
                </a:lnTo>
                <a:lnTo>
                  <a:pt x="41616" y="41697"/>
                </a:lnTo>
                <a:close/>
                <a:moveTo>
                  <a:pt x="41616" y="41455"/>
                </a:moveTo>
                <a:lnTo>
                  <a:pt x="37019" y="41455"/>
                </a:lnTo>
                <a:lnTo>
                  <a:pt x="37019" y="36858"/>
                </a:lnTo>
                <a:lnTo>
                  <a:pt x="41616" y="36858"/>
                </a:lnTo>
                <a:close/>
                <a:moveTo>
                  <a:pt x="41616" y="36616"/>
                </a:moveTo>
                <a:lnTo>
                  <a:pt x="37019" y="36616"/>
                </a:lnTo>
                <a:lnTo>
                  <a:pt x="37019" y="32059"/>
                </a:lnTo>
                <a:lnTo>
                  <a:pt x="41616" y="32059"/>
                </a:lnTo>
                <a:close/>
                <a:moveTo>
                  <a:pt x="41616" y="31817"/>
                </a:moveTo>
                <a:lnTo>
                  <a:pt x="37019" y="31817"/>
                </a:lnTo>
                <a:lnTo>
                  <a:pt x="37019" y="27220"/>
                </a:lnTo>
                <a:lnTo>
                  <a:pt x="41616" y="27220"/>
                </a:lnTo>
                <a:close/>
                <a:moveTo>
                  <a:pt x="41616" y="26978"/>
                </a:moveTo>
                <a:lnTo>
                  <a:pt x="37019" y="26978"/>
                </a:lnTo>
                <a:lnTo>
                  <a:pt x="37019" y="22421"/>
                </a:lnTo>
                <a:lnTo>
                  <a:pt x="41616" y="22421"/>
                </a:lnTo>
                <a:close/>
                <a:moveTo>
                  <a:pt x="41616" y="22179"/>
                </a:moveTo>
                <a:lnTo>
                  <a:pt x="37019" y="22179"/>
                </a:lnTo>
                <a:lnTo>
                  <a:pt x="37019" y="17622"/>
                </a:lnTo>
                <a:lnTo>
                  <a:pt x="41616" y="17622"/>
                </a:lnTo>
                <a:close/>
                <a:moveTo>
                  <a:pt x="41616" y="17380"/>
                </a:moveTo>
                <a:lnTo>
                  <a:pt x="37019" y="17380"/>
                </a:lnTo>
                <a:lnTo>
                  <a:pt x="37019" y="12783"/>
                </a:lnTo>
                <a:lnTo>
                  <a:pt x="41616" y="12783"/>
                </a:lnTo>
                <a:close/>
                <a:moveTo>
                  <a:pt x="41616" y="12541"/>
                </a:moveTo>
                <a:lnTo>
                  <a:pt x="37019" y="12541"/>
                </a:lnTo>
                <a:lnTo>
                  <a:pt x="37019" y="7985"/>
                </a:lnTo>
                <a:lnTo>
                  <a:pt x="41616" y="7985"/>
                </a:lnTo>
                <a:close/>
                <a:moveTo>
                  <a:pt x="41616" y="7743"/>
                </a:moveTo>
                <a:lnTo>
                  <a:pt x="37019" y="7743"/>
                </a:lnTo>
                <a:lnTo>
                  <a:pt x="37019" y="3307"/>
                </a:lnTo>
                <a:lnTo>
                  <a:pt x="41616" y="3307"/>
                </a:lnTo>
                <a:lnTo>
                  <a:pt x="41616" y="7904"/>
                </a:lnTo>
                <a:close/>
                <a:moveTo>
                  <a:pt x="46415" y="89564"/>
                </a:moveTo>
                <a:lnTo>
                  <a:pt x="41858" y="89564"/>
                </a:lnTo>
                <a:lnTo>
                  <a:pt x="41858" y="84967"/>
                </a:lnTo>
                <a:lnTo>
                  <a:pt x="46415" y="84967"/>
                </a:lnTo>
                <a:close/>
                <a:moveTo>
                  <a:pt x="46415" y="84725"/>
                </a:moveTo>
                <a:lnTo>
                  <a:pt x="41858" y="84725"/>
                </a:lnTo>
                <a:lnTo>
                  <a:pt x="41858" y="80168"/>
                </a:lnTo>
                <a:lnTo>
                  <a:pt x="46415" y="80168"/>
                </a:lnTo>
                <a:close/>
                <a:moveTo>
                  <a:pt x="46415" y="79926"/>
                </a:moveTo>
                <a:lnTo>
                  <a:pt x="41858" y="79926"/>
                </a:lnTo>
                <a:lnTo>
                  <a:pt x="41858" y="75329"/>
                </a:lnTo>
                <a:lnTo>
                  <a:pt x="46415" y="75329"/>
                </a:lnTo>
                <a:close/>
                <a:moveTo>
                  <a:pt x="46415" y="75087"/>
                </a:moveTo>
                <a:lnTo>
                  <a:pt x="41858" y="75087"/>
                </a:lnTo>
                <a:lnTo>
                  <a:pt x="41858" y="70530"/>
                </a:lnTo>
                <a:lnTo>
                  <a:pt x="46415" y="70530"/>
                </a:lnTo>
                <a:close/>
                <a:moveTo>
                  <a:pt x="46415" y="70288"/>
                </a:moveTo>
                <a:lnTo>
                  <a:pt x="41858" y="70288"/>
                </a:lnTo>
                <a:lnTo>
                  <a:pt x="41858" y="65731"/>
                </a:lnTo>
                <a:lnTo>
                  <a:pt x="46415" y="65731"/>
                </a:lnTo>
                <a:close/>
                <a:moveTo>
                  <a:pt x="46415" y="65489"/>
                </a:moveTo>
                <a:lnTo>
                  <a:pt x="41858" y="65489"/>
                </a:lnTo>
                <a:lnTo>
                  <a:pt x="41858" y="60892"/>
                </a:lnTo>
                <a:lnTo>
                  <a:pt x="46415" y="60892"/>
                </a:lnTo>
                <a:close/>
                <a:moveTo>
                  <a:pt x="46415" y="60650"/>
                </a:moveTo>
                <a:lnTo>
                  <a:pt x="41858" y="60650"/>
                </a:lnTo>
                <a:lnTo>
                  <a:pt x="41858" y="56093"/>
                </a:lnTo>
                <a:lnTo>
                  <a:pt x="46415" y="56093"/>
                </a:lnTo>
                <a:close/>
                <a:moveTo>
                  <a:pt x="46415" y="55851"/>
                </a:moveTo>
                <a:lnTo>
                  <a:pt x="41858" y="55851"/>
                </a:lnTo>
                <a:lnTo>
                  <a:pt x="41858" y="51295"/>
                </a:lnTo>
                <a:lnTo>
                  <a:pt x="46415" y="51295"/>
                </a:lnTo>
                <a:close/>
                <a:moveTo>
                  <a:pt x="46415" y="51053"/>
                </a:moveTo>
                <a:lnTo>
                  <a:pt x="41858" y="51053"/>
                </a:lnTo>
                <a:lnTo>
                  <a:pt x="41858" y="46456"/>
                </a:lnTo>
                <a:lnTo>
                  <a:pt x="46415" y="46456"/>
                </a:lnTo>
                <a:close/>
                <a:moveTo>
                  <a:pt x="46415" y="46214"/>
                </a:moveTo>
                <a:lnTo>
                  <a:pt x="41858" y="46214"/>
                </a:lnTo>
                <a:lnTo>
                  <a:pt x="41858" y="41657"/>
                </a:lnTo>
                <a:lnTo>
                  <a:pt x="46415" y="41657"/>
                </a:lnTo>
                <a:close/>
                <a:moveTo>
                  <a:pt x="46415" y="41415"/>
                </a:moveTo>
                <a:lnTo>
                  <a:pt x="41858" y="41415"/>
                </a:lnTo>
                <a:lnTo>
                  <a:pt x="41858" y="36858"/>
                </a:lnTo>
                <a:lnTo>
                  <a:pt x="46415" y="36858"/>
                </a:lnTo>
                <a:close/>
                <a:moveTo>
                  <a:pt x="46415" y="36616"/>
                </a:moveTo>
                <a:lnTo>
                  <a:pt x="41858" y="36616"/>
                </a:lnTo>
                <a:lnTo>
                  <a:pt x="41858" y="32019"/>
                </a:lnTo>
                <a:lnTo>
                  <a:pt x="46415" y="32019"/>
                </a:lnTo>
                <a:close/>
                <a:moveTo>
                  <a:pt x="46415" y="31777"/>
                </a:moveTo>
                <a:lnTo>
                  <a:pt x="41858" y="31777"/>
                </a:lnTo>
                <a:lnTo>
                  <a:pt x="41858" y="27220"/>
                </a:lnTo>
                <a:lnTo>
                  <a:pt x="46415" y="27220"/>
                </a:lnTo>
                <a:close/>
                <a:moveTo>
                  <a:pt x="46415" y="26978"/>
                </a:moveTo>
                <a:lnTo>
                  <a:pt x="41858" y="26978"/>
                </a:lnTo>
                <a:lnTo>
                  <a:pt x="41858" y="22381"/>
                </a:lnTo>
                <a:lnTo>
                  <a:pt x="46415" y="22381"/>
                </a:lnTo>
                <a:close/>
                <a:moveTo>
                  <a:pt x="46415" y="22139"/>
                </a:moveTo>
                <a:lnTo>
                  <a:pt x="41858" y="22139"/>
                </a:lnTo>
                <a:lnTo>
                  <a:pt x="41858" y="17582"/>
                </a:lnTo>
                <a:lnTo>
                  <a:pt x="46415" y="17582"/>
                </a:lnTo>
                <a:close/>
                <a:moveTo>
                  <a:pt x="46415" y="17340"/>
                </a:moveTo>
                <a:lnTo>
                  <a:pt x="41858" y="17340"/>
                </a:lnTo>
                <a:lnTo>
                  <a:pt x="41858" y="12783"/>
                </a:lnTo>
                <a:lnTo>
                  <a:pt x="46415" y="12783"/>
                </a:lnTo>
                <a:close/>
                <a:moveTo>
                  <a:pt x="46415" y="12541"/>
                </a:moveTo>
                <a:lnTo>
                  <a:pt x="41858" y="12541"/>
                </a:lnTo>
                <a:lnTo>
                  <a:pt x="41858" y="7944"/>
                </a:lnTo>
                <a:lnTo>
                  <a:pt x="46415" y="7944"/>
                </a:lnTo>
                <a:close/>
                <a:moveTo>
                  <a:pt x="46415" y="7702"/>
                </a:moveTo>
                <a:lnTo>
                  <a:pt x="41858" y="7702"/>
                </a:lnTo>
                <a:lnTo>
                  <a:pt x="41858" y="3307"/>
                </a:lnTo>
                <a:lnTo>
                  <a:pt x="46415" y="3307"/>
                </a:lnTo>
                <a:lnTo>
                  <a:pt x="46415" y="7904"/>
                </a:lnTo>
                <a:close/>
                <a:moveTo>
                  <a:pt x="51214" y="89524"/>
                </a:moveTo>
                <a:lnTo>
                  <a:pt x="46657" y="89524"/>
                </a:lnTo>
                <a:lnTo>
                  <a:pt x="46657" y="84967"/>
                </a:lnTo>
                <a:lnTo>
                  <a:pt x="51214" y="84967"/>
                </a:lnTo>
                <a:close/>
                <a:moveTo>
                  <a:pt x="51214" y="84685"/>
                </a:moveTo>
                <a:lnTo>
                  <a:pt x="46657" y="84685"/>
                </a:lnTo>
                <a:lnTo>
                  <a:pt x="46657" y="80128"/>
                </a:lnTo>
                <a:lnTo>
                  <a:pt x="51214" y="80128"/>
                </a:lnTo>
                <a:close/>
                <a:moveTo>
                  <a:pt x="51214" y="79886"/>
                </a:moveTo>
                <a:lnTo>
                  <a:pt x="46657" y="79886"/>
                </a:lnTo>
                <a:lnTo>
                  <a:pt x="46657" y="75329"/>
                </a:lnTo>
                <a:lnTo>
                  <a:pt x="51214" y="75329"/>
                </a:lnTo>
                <a:close/>
                <a:moveTo>
                  <a:pt x="51214" y="75087"/>
                </a:moveTo>
                <a:lnTo>
                  <a:pt x="46657" y="75087"/>
                </a:lnTo>
                <a:lnTo>
                  <a:pt x="46657" y="70490"/>
                </a:lnTo>
                <a:lnTo>
                  <a:pt x="51214" y="70490"/>
                </a:lnTo>
                <a:close/>
                <a:moveTo>
                  <a:pt x="51214" y="70248"/>
                </a:moveTo>
                <a:lnTo>
                  <a:pt x="46657" y="70248"/>
                </a:lnTo>
                <a:lnTo>
                  <a:pt x="46657" y="65691"/>
                </a:lnTo>
                <a:lnTo>
                  <a:pt x="51214" y="65691"/>
                </a:lnTo>
                <a:close/>
                <a:moveTo>
                  <a:pt x="51214" y="65449"/>
                </a:moveTo>
                <a:lnTo>
                  <a:pt x="46657" y="65449"/>
                </a:lnTo>
                <a:lnTo>
                  <a:pt x="46657" y="60892"/>
                </a:lnTo>
                <a:lnTo>
                  <a:pt x="51214" y="60892"/>
                </a:lnTo>
                <a:close/>
                <a:moveTo>
                  <a:pt x="51214" y="60650"/>
                </a:moveTo>
                <a:lnTo>
                  <a:pt x="46657" y="60650"/>
                </a:lnTo>
                <a:lnTo>
                  <a:pt x="46657" y="56053"/>
                </a:lnTo>
                <a:lnTo>
                  <a:pt x="51214" y="56053"/>
                </a:lnTo>
                <a:close/>
                <a:moveTo>
                  <a:pt x="51214" y="55811"/>
                </a:moveTo>
                <a:lnTo>
                  <a:pt x="46657" y="55811"/>
                </a:lnTo>
                <a:lnTo>
                  <a:pt x="46657" y="51254"/>
                </a:lnTo>
                <a:lnTo>
                  <a:pt x="51214" y="51254"/>
                </a:lnTo>
                <a:close/>
                <a:moveTo>
                  <a:pt x="51214" y="51012"/>
                </a:moveTo>
                <a:lnTo>
                  <a:pt x="46657" y="51012"/>
                </a:lnTo>
                <a:lnTo>
                  <a:pt x="46657" y="46456"/>
                </a:lnTo>
                <a:lnTo>
                  <a:pt x="51214" y="46456"/>
                </a:lnTo>
                <a:close/>
                <a:moveTo>
                  <a:pt x="51214" y="46214"/>
                </a:moveTo>
                <a:lnTo>
                  <a:pt x="46657" y="46214"/>
                </a:lnTo>
                <a:lnTo>
                  <a:pt x="46657" y="41616"/>
                </a:lnTo>
                <a:lnTo>
                  <a:pt x="51214" y="41616"/>
                </a:lnTo>
                <a:close/>
                <a:moveTo>
                  <a:pt x="51214" y="41374"/>
                </a:moveTo>
                <a:lnTo>
                  <a:pt x="46657" y="41374"/>
                </a:lnTo>
                <a:lnTo>
                  <a:pt x="46657" y="36818"/>
                </a:lnTo>
                <a:lnTo>
                  <a:pt x="51214" y="36818"/>
                </a:lnTo>
                <a:close/>
                <a:moveTo>
                  <a:pt x="51214" y="36576"/>
                </a:moveTo>
                <a:lnTo>
                  <a:pt x="46657" y="36576"/>
                </a:lnTo>
                <a:lnTo>
                  <a:pt x="46657" y="32019"/>
                </a:lnTo>
                <a:lnTo>
                  <a:pt x="51214" y="32019"/>
                </a:lnTo>
                <a:close/>
                <a:moveTo>
                  <a:pt x="51214" y="31777"/>
                </a:moveTo>
                <a:lnTo>
                  <a:pt x="46657" y="31777"/>
                </a:lnTo>
                <a:lnTo>
                  <a:pt x="46657" y="27180"/>
                </a:lnTo>
                <a:lnTo>
                  <a:pt x="51214" y="27180"/>
                </a:lnTo>
                <a:close/>
                <a:moveTo>
                  <a:pt x="51214" y="26938"/>
                </a:moveTo>
                <a:lnTo>
                  <a:pt x="46657" y="26938"/>
                </a:lnTo>
                <a:lnTo>
                  <a:pt x="46657" y="22381"/>
                </a:lnTo>
                <a:lnTo>
                  <a:pt x="51214" y="22381"/>
                </a:lnTo>
                <a:close/>
                <a:moveTo>
                  <a:pt x="51214" y="22139"/>
                </a:moveTo>
                <a:lnTo>
                  <a:pt x="46657" y="22139"/>
                </a:lnTo>
                <a:lnTo>
                  <a:pt x="46657" y="17582"/>
                </a:lnTo>
                <a:lnTo>
                  <a:pt x="51214" y="17582"/>
                </a:lnTo>
                <a:close/>
                <a:moveTo>
                  <a:pt x="51214" y="17340"/>
                </a:moveTo>
                <a:lnTo>
                  <a:pt x="46657" y="17340"/>
                </a:lnTo>
                <a:lnTo>
                  <a:pt x="46657" y="12743"/>
                </a:lnTo>
                <a:lnTo>
                  <a:pt x="51214" y="12743"/>
                </a:lnTo>
                <a:close/>
                <a:moveTo>
                  <a:pt x="51214" y="12501"/>
                </a:moveTo>
                <a:lnTo>
                  <a:pt x="46657" y="12501"/>
                </a:lnTo>
                <a:lnTo>
                  <a:pt x="46657" y="7944"/>
                </a:lnTo>
                <a:lnTo>
                  <a:pt x="51214" y="7944"/>
                </a:lnTo>
                <a:close/>
                <a:moveTo>
                  <a:pt x="51214" y="7702"/>
                </a:moveTo>
                <a:lnTo>
                  <a:pt x="46657" y="7702"/>
                </a:lnTo>
                <a:lnTo>
                  <a:pt x="46657" y="3307"/>
                </a:lnTo>
                <a:lnTo>
                  <a:pt x="51214" y="3307"/>
                </a:lnTo>
                <a:lnTo>
                  <a:pt x="51214" y="7904"/>
                </a:lnTo>
                <a:close/>
                <a:moveTo>
                  <a:pt x="56053" y="89483"/>
                </a:moveTo>
                <a:lnTo>
                  <a:pt x="51456" y="89483"/>
                </a:lnTo>
                <a:lnTo>
                  <a:pt x="51456" y="84927"/>
                </a:lnTo>
                <a:lnTo>
                  <a:pt x="56053" y="84927"/>
                </a:lnTo>
                <a:close/>
                <a:moveTo>
                  <a:pt x="56053" y="84685"/>
                </a:moveTo>
                <a:lnTo>
                  <a:pt x="51456" y="84685"/>
                </a:lnTo>
                <a:lnTo>
                  <a:pt x="51456" y="80087"/>
                </a:lnTo>
                <a:lnTo>
                  <a:pt x="56053" y="80087"/>
                </a:lnTo>
                <a:close/>
                <a:moveTo>
                  <a:pt x="56053" y="79845"/>
                </a:moveTo>
                <a:lnTo>
                  <a:pt x="51456" y="79845"/>
                </a:lnTo>
                <a:lnTo>
                  <a:pt x="51456" y="75289"/>
                </a:lnTo>
                <a:lnTo>
                  <a:pt x="56053" y="75289"/>
                </a:lnTo>
                <a:close/>
                <a:moveTo>
                  <a:pt x="56053" y="75047"/>
                </a:moveTo>
                <a:lnTo>
                  <a:pt x="51456" y="75047"/>
                </a:lnTo>
                <a:lnTo>
                  <a:pt x="51456" y="70490"/>
                </a:lnTo>
                <a:lnTo>
                  <a:pt x="56053" y="70490"/>
                </a:lnTo>
                <a:close/>
                <a:moveTo>
                  <a:pt x="56053" y="70248"/>
                </a:moveTo>
                <a:lnTo>
                  <a:pt x="51456" y="70248"/>
                </a:lnTo>
                <a:lnTo>
                  <a:pt x="51456" y="65651"/>
                </a:lnTo>
                <a:lnTo>
                  <a:pt x="56053" y="65651"/>
                </a:lnTo>
                <a:close/>
                <a:moveTo>
                  <a:pt x="56053" y="65409"/>
                </a:moveTo>
                <a:lnTo>
                  <a:pt x="51456" y="65409"/>
                </a:lnTo>
                <a:lnTo>
                  <a:pt x="51456" y="60852"/>
                </a:lnTo>
                <a:lnTo>
                  <a:pt x="56053" y="60852"/>
                </a:lnTo>
                <a:close/>
                <a:moveTo>
                  <a:pt x="56053" y="60610"/>
                </a:moveTo>
                <a:lnTo>
                  <a:pt x="51456" y="60610"/>
                </a:lnTo>
                <a:lnTo>
                  <a:pt x="51456" y="56053"/>
                </a:lnTo>
                <a:lnTo>
                  <a:pt x="56053" y="56053"/>
                </a:lnTo>
                <a:close/>
                <a:moveTo>
                  <a:pt x="56053" y="55811"/>
                </a:moveTo>
                <a:lnTo>
                  <a:pt x="51456" y="55811"/>
                </a:lnTo>
                <a:lnTo>
                  <a:pt x="51456" y="51214"/>
                </a:lnTo>
                <a:lnTo>
                  <a:pt x="56053" y="51214"/>
                </a:lnTo>
                <a:close/>
                <a:moveTo>
                  <a:pt x="56053" y="50972"/>
                </a:moveTo>
                <a:lnTo>
                  <a:pt x="51456" y="50972"/>
                </a:lnTo>
                <a:lnTo>
                  <a:pt x="51456" y="46415"/>
                </a:lnTo>
                <a:lnTo>
                  <a:pt x="56053" y="46415"/>
                </a:lnTo>
                <a:close/>
                <a:moveTo>
                  <a:pt x="56053" y="46173"/>
                </a:moveTo>
                <a:lnTo>
                  <a:pt x="51456" y="46173"/>
                </a:lnTo>
                <a:lnTo>
                  <a:pt x="51456" y="41616"/>
                </a:lnTo>
                <a:lnTo>
                  <a:pt x="56053" y="41616"/>
                </a:lnTo>
                <a:close/>
                <a:moveTo>
                  <a:pt x="56053" y="41374"/>
                </a:moveTo>
                <a:lnTo>
                  <a:pt x="51456" y="41374"/>
                </a:lnTo>
                <a:lnTo>
                  <a:pt x="51456" y="36777"/>
                </a:lnTo>
                <a:lnTo>
                  <a:pt x="56053" y="36777"/>
                </a:lnTo>
                <a:close/>
                <a:moveTo>
                  <a:pt x="56053" y="36535"/>
                </a:moveTo>
                <a:lnTo>
                  <a:pt x="51456" y="36535"/>
                </a:lnTo>
                <a:lnTo>
                  <a:pt x="51456" y="31978"/>
                </a:lnTo>
                <a:lnTo>
                  <a:pt x="56053" y="31978"/>
                </a:lnTo>
                <a:close/>
                <a:moveTo>
                  <a:pt x="56053" y="31737"/>
                </a:moveTo>
                <a:lnTo>
                  <a:pt x="51456" y="31737"/>
                </a:lnTo>
                <a:lnTo>
                  <a:pt x="51456" y="27180"/>
                </a:lnTo>
                <a:lnTo>
                  <a:pt x="56053" y="27180"/>
                </a:lnTo>
                <a:close/>
                <a:moveTo>
                  <a:pt x="56053" y="26938"/>
                </a:moveTo>
                <a:lnTo>
                  <a:pt x="51456" y="26938"/>
                </a:lnTo>
                <a:lnTo>
                  <a:pt x="51456" y="22341"/>
                </a:lnTo>
                <a:lnTo>
                  <a:pt x="56053" y="22341"/>
                </a:lnTo>
                <a:close/>
                <a:moveTo>
                  <a:pt x="56053" y="22099"/>
                </a:moveTo>
                <a:lnTo>
                  <a:pt x="51456" y="22099"/>
                </a:lnTo>
                <a:lnTo>
                  <a:pt x="51456" y="17542"/>
                </a:lnTo>
                <a:lnTo>
                  <a:pt x="56053" y="17542"/>
                </a:lnTo>
                <a:close/>
                <a:moveTo>
                  <a:pt x="56053" y="17300"/>
                </a:moveTo>
                <a:lnTo>
                  <a:pt x="51456" y="17300"/>
                </a:lnTo>
                <a:lnTo>
                  <a:pt x="51456" y="12743"/>
                </a:lnTo>
                <a:lnTo>
                  <a:pt x="56053" y="12743"/>
                </a:lnTo>
                <a:close/>
                <a:moveTo>
                  <a:pt x="56053" y="12501"/>
                </a:moveTo>
                <a:lnTo>
                  <a:pt x="51456" y="12501"/>
                </a:lnTo>
                <a:lnTo>
                  <a:pt x="51456" y="7904"/>
                </a:lnTo>
                <a:lnTo>
                  <a:pt x="56053" y="7904"/>
                </a:lnTo>
                <a:close/>
                <a:moveTo>
                  <a:pt x="56053" y="7662"/>
                </a:moveTo>
                <a:lnTo>
                  <a:pt x="51456" y="7662"/>
                </a:lnTo>
                <a:lnTo>
                  <a:pt x="51456" y="3307"/>
                </a:lnTo>
                <a:lnTo>
                  <a:pt x="56053" y="3307"/>
                </a:lnTo>
                <a:lnTo>
                  <a:pt x="56053" y="7904"/>
                </a:lnTo>
                <a:close/>
                <a:moveTo>
                  <a:pt x="60852" y="89483"/>
                </a:moveTo>
                <a:lnTo>
                  <a:pt x="56295" y="89483"/>
                </a:lnTo>
                <a:lnTo>
                  <a:pt x="56295" y="84886"/>
                </a:lnTo>
                <a:lnTo>
                  <a:pt x="60852" y="84886"/>
                </a:lnTo>
                <a:close/>
                <a:moveTo>
                  <a:pt x="60852" y="84644"/>
                </a:moveTo>
                <a:lnTo>
                  <a:pt x="56295" y="84644"/>
                </a:lnTo>
                <a:lnTo>
                  <a:pt x="56295" y="80087"/>
                </a:lnTo>
                <a:lnTo>
                  <a:pt x="60852" y="80087"/>
                </a:lnTo>
                <a:close/>
                <a:moveTo>
                  <a:pt x="60852" y="79845"/>
                </a:moveTo>
                <a:lnTo>
                  <a:pt x="56295" y="79845"/>
                </a:lnTo>
                <a:lnTo>
                  <a:pt x="56295" y="75248"/>
                </a:lnTo>
                <a:lnTo>
                  <a:pt x="60852" y="75248"/>
                </a:lnTo>
                <a:close/>
                <a:moveTo>
                  <a:pt x="60852" y="75006"/>
                </a:moveTo>
                <a:lnTo>
                  <a:pt x="56295" y="75006"/>
                </a:lnTo>
                <a:lnTo>
                  <a:pt x="56295" y="70449"/>
                </a:lnTo>
                <a:lnTo>
                  <a:pt x="60852" y="70449"/>
                </a:lnTo>
                <a:close/>
                <a:moveTo>
                  <a:pt x="60852" y="70208"/>
                </a:moveTo>
                <a:lnTo>
                  <a:pt x="56295" y="70208"/>
                </a:lnTo>
                <a:lnTo>
                  <a:pt x="56295" y="65651"/>
                </a:lnTo>
                <a:lnTo>
                  <a:pt x="60852" y="65651"/>
                </a:lnTo>
                <a:close/>
                <a:moveTo>
                  <a:pt x="60852" y="65409"/>
                </a:moveTo>
                <a:lnTo>
                  <a:pt x="56295" y="65409"/>
                </a:lnTo>
                <a:lnTo>
                  <a:pt x="56295" y="60812"/>
                </a:lnTo>
                <a:lnTo>
                  <a:pt x="60852" y="60812"/>
                </a:lnTo>
                <a:close/>
                <a:moveTo>
                  <a:pt x="60852" y="60570"/>
                </a:moveTo>
                <a:lnTo>
                  <a:pt x="56295" y="60570"/>
                </a:lnTo>
                <a:lnTo>
                  <a:pt x="56295" y="56013"/>
                </a:lnTo>
                <a:lnTo>
                  <a:pt x="60852" y="56013"/>
                </a:lnTo>
                <a:close/>
                <a:moveTo>
                  <a:pt x="60852" y="55771"/>
                </a:moveTo>
                <a:lnTo>
                  <a:pt x="56295" y="55771"/>
                </a:lnTo>
                <a:lnTo>
                  <a:pt x="56295" y="51214"/>
                </a:lnTo>
                <a:lnTo>
                  <a:pt x="60852" y="51214"/>
                </a:lnTo>
                <a:close/>
                <a:moveTo>
                  <a:pt x="60852" y="50972"/>
                </a:moveTo>
                <a:lnTo>
                  <a:pt x="56295" y="50972"/>
                </a:lnTo>
                <a:lnTo>
                  <a:pt x="56295" y="46375"/>
                </a:lnTo>
                <a:lnTo>
                  <a:pt x="60852" y="46375"/>
                </a:lnTo>
                <a:close/>
                <a:moveTo>
                  <a:pt x="60852" y="46133"/>
                </a:moveTo>
                <a:lnTo>
                  <a:pt x="56295" y="46133"/>
                </a:lnTo>
                <a:lnTo>
                  <a:pt x="56295" y="41576"/>
                </a:lnTo>
                <a:lnTo>
                  <a:pt x="60852" y="41576"/>
                </a:lnTo>
                <a:close/>
                <a:moveTo>
                  <a:pt x="60852" y="41334"/>
                </a:moveTo>
                <a:lnTo>
                  <a:pt x="56295" y="41334"/>
                </a:lnTo>
                <a:lnTo>
                  <a:pt x="56295" y="36777"/>
                </a:lnTo>
                <a:lnTo>
                  <a:pt x="60852" y="36777"/>
                </a:lnTo>
                <a:close/>
                <a:moveTo>
                  <a:pt x="60852" y="36535"/>
                </a:moveTo>
                <a:lnTo>
                  <a:pt x="56295" y="36535"/>
                </a:lnTo>
                <a:lnTo>
                  <a:pt x="56295" y="31938"/>
                </a:lnTo>
                <a:lnTo>
                  <a:pt x="60852" y="31938"/>
                </a:lnTo>
                <a:close/>
                <a:moveTo>
                  <a:pt x="60852" y="31696"/>
                </a:moveTo>
                <a:lnTo>
                  <a:pt x="56295" y="31696"/>
                </a:lnTo>
                <a:lnTo>
                  <a:pt x="56295" y="27139"/>
                </a:lnTo>
                <a:lnTo>
                  <a:pt x="60852" y="27139"/>
                </a:lnTo>
                <a:close/>
                <a:moveTo>
                  <a:pt x="60852" y="26897"/>
                </a:moveTo>
                <a:lnTo>
                  <a:pt x="56295" y="26897"/>
                </a:lnTo>
                <a:lnTo>
                  <a:pt x="56295" y="22341"/>
                </a:lnTo>
                <a:lnTo>
                  <a:pt x="60852" y="22341"/>
                </a:lnTo>
                <a:close/>
                <a:moveTo>
                  <a:pt x="60852" y="22099"/>
                </a:moveTo>
                <a:lnTo>
                  <a:pt x="56295" y="22099"/>
                </a:lnTo>
                <a:lnTo>
                  <a:pt x="56295" y="17501"/>
                </a:lnTo>
                <a:lnTo>
                  <a:pt x="60852" y="17501"/>
                </a:lnTo>
                <a:close/>
                <a:moveTo>
                  <a:pt x="60852" y="17260"/>
                </a:moveTo>
                <a:lnTo>
                  <a:pt x="56295" y="17260"/>
                </a:lnTo>
                <a:lnTo>
                  <a:pt x="56295" y="12703"/>
                </a:lnTo>
                <a:lnTo>
                  <a:pt x="60852" y="12703"/>
                </a:lnTo>
                <a:close/>
                <a:moveTo>
                  <a:pt x="60852" y="12461"/>
                </a:moveTo>
                <a:lnTo>
                  <a:pt x="56295" y="12461"/>
                </a:lnTo>
                <a:lnTo>
                  <a:pt x="56295" y="7904"/>
                </a:lnTo>
                <a:lnTo>
                  <a:pt x="60852" y="7904"/>
                </a:lnTo>
                <a:close/>
                <a:moveTo>
                  <a:pt x="60852" y="7662"/>
                </a:moveTo>
                <a:lnTo>
                  <a:pt x="56295" y="7662"/>
                </a:lnTo>
                <a:lnTo>
                  <a:pt x="56295" y="3307"/>
                </a:lnTo>
                <a:lnTo>
                  <a:pt x="60852" y="3307"/>
                </a:lnTo>
                <a:lnTo>
                  <a:pt x="60852" y="7904"/>
                </a:lnTo>
                <a:close/>
                <a:moveTo>
                  <a:pt x="65651" y="84644"/>
                </a:moveTo>
                <a:lnTo>
                  <a:pt x="61094" y="84644"/>
                </a:lnTo>
                <a:lnTo>
                  <a:pt x="61094" y="80047"/>
                </a:lnTo>
                <a:lnTo>
                  <a:pt x="65651" y="80047"/>
                </a:lnTo>
                <a:close/>
                <a:moveTo>
                  <a:pt x="65651" y="79805"/>
                </a:moveTo>
                <a:lnTo>
                  <a:pt x="61094" y="79805"/>
                </a:lnTo>
                <a:lnTo>
                  <a:pt x="61094" y="75248"/>
                </a:lnTo>
                <a:lnTo>
                  <a:pt x="65651" y="75248"/>
                </a:lnTo>
                <a:close/>
                <a:moveTo>
                  <a:pt x="65651" y="75006"/>
                </a:moveTo>
                <a:lnTo>
                  <a:pt x="61094" y="75006"/>
                </a:lnTo>
                <a:lnTo>
                  <a:pt x="61094" y="70449"/>
                </a:lnTo>
                <a:lnTo>
                  <a:pt x="65651" y="70449"/>
                </a:lnTo>
                <a:close/>
                <a:moveTo>
                  <a:pt x="65651" y="70208"/>
                </a:moveTo>
                <a:lnTo>
                  <a:pt x="61094" y="70208"/>
                </a:lnTo>
                <a:lnTo>
                  <a:pt x="61094" y="65610"/>
                </a:lnTo>
                <a:lnTo>
                  <a:pt x="65651" y="65610"/>
                </a:lnTo>
                <a:close/>
                <a:moveTo>
                  <a:pt x="65651" y="65368"/>
                </a:moveTo>
                <a:lnTo>
                  <a:pt x="61094" y="65368"/>
                </a:lnTo>
                <a:lnTo>
                  <a:pt x="61094" y="60812"/>
                </a:lnTo>
                <a:lnTo>
                  <a:pt x="65651" y="60812"/>
                </a:lnTo>
                <a:close/>
                <a:moveTo>
                  <a:pt x="65651" y="60570"/>
                </a:moveTo>
                <a:lnTo>
                  <a:pt x="61094" y="60570"/>
                </a:lnTo>
                <a:lnTo>
                  <a:pt x="61094" y="56013"/>
                </a:lnTo>
                <a:lnTo>
                  <a:pt x="65651" y="56013"/>
                </a:lnTo>
                <a:close/>
                <a:moveTo>
                  <a:pt x="65651" y="55771"/>
                </a:moveTo>
                <a:lnTo>
                  <a:pt x="61094" y="55771"/>
                </a:lnTo>
                <a:lnTo>
                  <a:pt x="61094" y="51174"/>
                </a:lnTo>
                <a:lnTo>
                  <a:pt x="65651" y="51174"/>
                </a:lnTo>
                <a:close/>
                <a:moveTo>
                  <a:pt x="65651" y="50932"/>
                </a:moveTo>
                <a:lnTo>
                  <a:pt x="61094" y="50932"/>
                </a:lnTo>
                <a:lnTo>
                  <a:pt x="61094" y="46375"/>
                </a:lnTo>
                <a:lnTo>
                  <a:pt x="65651" y="46375"/>
                </a:lnTo>
                <a:close/>
                <a:moveTo>
                  <a:pt x="65651" y="46133"/>
                </a:moveTo>
                <a:lnTo>
                  <a:pt x="61094" y="46133"/>
                </a:lnTo>
                <a:lnTo>
                  <a:pt x="61094" y="41536"/>
                </a:lnTo>
                <a:lnTo>
                  <a:pt x="65651" y="41536"/>
                </a:lnTo>
                <a:close/>
                <a:moveTo>
                  <a:pt x="65651" y="41294"/>
                </a:moveTo>
                <a:lnTo>
                  <a:pt x="61094" y="41294"/>
                </a:lnTo>
                <a:lnTo>
                  <a:pt x="61094" y="36737"/>
                </a:lnTo>
                <a:lnTo>
                  <a:pt x="65651" y="36737"/>
                </a:lnTo>
                <a:close/>
                <a:moveTo>
                  <a:pt x="65651" y="36495"/>
                </a:moveTo>
                <a:lnTo>
                  <a:pt x="61094" y="36495"/>
                </a:lnTo>
                <a:lnTo>
                  <a:pt x="61094" y="31938"/>
                </a:lnTo>
                <a:lnTo>
                  <a:pt x="65651" y="31938"/>
                </a:lnTo>
                <a:close/>
                <a:moveTo>
                  <a:pt x="65651" y="31696"/>
                </a:moveTo>
                <a:lnTo>
                  <a:pt x="61094" y="31696"/>
                </a:lnTo>
                <a:lnTo>
                  <a:pt x="61094" y="27099"/>
                </a:lnTo>
                <a:lnTo>
                  <a:pt x="65651" y="27099"/>
                </a:lnTo>
                <a:close/>
                <a:moveTo>
                  <a:pt x="65651" y="26857"/>
                </a:moveTo>
                <a:lnTo>
                  <a:pt x="61094" y="26857"/>
                </a:lnTo>
                <a:lnTo>
                  <a:pt x="61094" y="22300"/>
                </a:lnTo>
                <a:lnTo>
                  <a:pt x="65651" y="22300"/>
                </a:lnTo>
                <a:close/>
                <a:moveTo>
                  <a:pt x="65651" y="22058"/>
                </a:moveTo>
                <a:lnTo>
                  <a:pt x="61094" y="22058"/>
                </a:lnTo>
                <a:lnTo>
                  <a:pt x="61094" y="17501"/>
                </a:lnTo>
                <a:lnTo>
                  <a:pt x="65651" y="17501"/>
                </a:lnTo>
                <a:close/>
                <a:moveTo>
                  <a:pt x="65651" y="17260"/>
                </a:moveTo>
                <a:lnTo>
                  <a:pt x="61094" y="17260"/>
                </a:lnTo>
                <a:lnTo>
                  <a:pt x="61094" y="12662"/>
                </a:lnTo>
                <a:lnTo>
                  <a:pt x="65651" y="12662"/>
                </a:lnTo>
                <a:close/>
                <a:moveTo>
                  <a:pt x="65651" y="12420"/>
                </a:moveTo>
                <a:lnTo>
                  <a:pt x="61094" y="12420"/>
                </a:lnTo>
                <a:lnTo>
                  <a:pt x="61094" y="7864"/>
                </a:lnTo>
                <a:lnTo>
                  <a:pt x="65651" y="7864"/>
                </a:lnTo>
                <a:close/>
                <a:moveTo>
                  <a:pt x="70490" y="84604"/>
                </a:moveTo>
                <a:lnTo>
                  <a:pt x="65893" y="84604"/>
                </a:lnTo>
                <a:lnTo>
                  <a:pt x="65893" y="80047"/>
                </a:lnTo>
                <a:lnTo>
                  <a:pt x="70490" y="80047"/>
                </a:lnTo>
                <a:close/>
                <a:moveTo>
                  <a:pt x="70490" y="79805"/>
                </a:moveTo>
                <a:lnTo>
                  <a:pt x="65893" y="79805"/>
                </a:lnTo>
                <a:lnTo>
                  <a:pt x="65893" y="75208"/>
                </a:lnTo>
                <a:lnTo>
                  <a:pt x="70490" y="75208"/>
                </a:lnTo>
                <a:close/>
                <a:moveTo>
                  <a:pt x="70490" y="74966"/>
                </a:moveTo>
                <a:lnTo>
                  <a:pt x="65893" y="74966"/>
                </a:lnTo>
                <a:lnTo>
                  <a:pt x="65893" y="70409"/>
                </a:lnTo>
                <a:lnTo>
                  <a:pt x="70490" y="70409"/>
                </a:lnTo>
                <a:close/>
                <a:moveTo>
                  <a:pt x="70490" y="70167"/>
                </a:moveTo>
                <a:lnTo>
                  <a:pt x="65893" y="70167"/>
                </a:lnTo>
                <a:lnTo>
                  <a:pt x="65893" y="65610"/>
                </a:lnTo>
                <a:lnTo>
                  <a:pt x="70490" y="65610"/>
                </a:lnTo>
                <a:close/>
                <a:moveTo>
                  <a:pt x="70490" y="65368"/>
                </a:moveTo>
                <a:lnTo>
                  <a:pt x="65893" y="65368"/>
                </a:lnTo>
                <a:lnTo>
                  <a:pt x="65893" y="60771"/>
                </a:lnTo>
                <a:lnTo>
                  <a:pt x="70490" y="60771"/>
                </a:lnTo>
                <a:close/>
                <a:moveTo>
                  <a:pt x="70490" y="60529"/>
                </a:moveTo>
                <a:lnTo>
                  <a:pt x="65893" y="60529"/>
                </a:lnTo>
                <a:lnTo>
                  <a:pt x="65893" y="55972"/>
                </a:lnTo>
                <a:lnTo>
                  <a:pt x="70490" y="55972"/>
                </a:lnTo>
                <a:close/>
                <a:moveTo>
                  <a:pt x="70490" y="55730"/>
                </a:moveTo>
                <a:lnTo>
                  <a:pt x="65893" y="55730"/>
                </a:lnTo>
                <a:lnTo>
                  <a:pt x="65893" y="51174"/>
                </a:lnTo>
                <a:lnTo>
                  <a:pt x="70490" y="51174"/>
                </a:lnTo>
                <a:close/>
                <a:moveTo>
                  <a:pt x="70490" y="50932"/>
                </a:moveTo>
                <a:lnTo>
                  <a:pt x="65893" y="50932"/>
                </a:lnTo>
                <a:lnTo>
                  <a:pt x="65893" y="46335"/>
                </a:lnTo>
                <a:lnTo>
                  <a:pt x="70490" y="46335"/>
                </a:lnTo>
                <a:close/>
                <a:moveTo>
                  <a:pt x="70490" y="46093"/>
                </a:moveTo>
                <a:lnTo>
                  <a:pt x="65893" y="46093"/>
                </a:lnTo>
                <a:lnTo>
                  <a:pt x="65893" y="41536"/>
                </a:lnTo>
                <a:lnTo>
                  <a:pt x="70490" y="41536"/>
                </a:lnTo>
                <a:close/>
                <a:moveTo>
                  <a:pt x="70490" y="41294"/>
                </a:moveTo>
                <a:lnTo>
                  <a:pt x="65893" y="41294"/>
                </a:lnTo>
                <a:lnTo>
                  <a:pt x="65893" y="36737"/>
                </a:lnTo>
                <a:lnTo>
                  <a:pt x="70490" y="36737"/>
                </a:lnTo>
                <a:close/>
                <a:moveTo>
                  <a:pt x="70490" y="36495"/>
                </a:moveTo>
                <a:lnTo>
                  <a:pt x="65893" y="36495"/>
                </a:lnTo>
                <a:lnTo>
                  <a:pt x="65893" y="31898"/>
                </a:lnTo>
                <a:lnTo>
                  <a:pt x="70490" y="31898"/>
                </a:lnTo>
                <a:close/>
                <a:moveTo>
                  <a:pt x="70490" y="31656"/>
                </a:moveTo>
                <a:lnTo>
                  <a:pt x="65893" y="31656"/>
                </a:lnTo>
                <a:lnTo>
                  <a:pt x="65893" y="27099"/>
                </a:lnTo>
                <a:lnTo>
                  <a:pt x="70490" y="27099"/>
                </a:lnTo>
                <a:close/>
                <a:moveTo>
                  <a:pt x="70490" y="26857"/>
                </a:moveTo>
                <a:lnTo>
                  <a:pt x="65893" y="26857"/>
                </a:lnTo>
                <a:lnTo>
                  <a:pt x="65893" y="22260"/>
                </a:lnTo>
                <a:lnTo>
                  <a:pt x="70490" y="22260"/>
                </a:lnTo>
                <a:close/>
                <a:moveTo>
                  <a:pt x="70490" y="22018"/>
                </a:moveTo>
                <a:lnTo>
                  <a:pt x="65893" y="22018"/>
                </a:lnTo>
                <a:lnTo>
                  <a:pt x="65893" y="17461"/>
                </a:lnTo>
                <a:lnTo>
                  <a:pt x="70490" y="17461"/>
                </a:lnTo>
                <a:close/>
                <a:moveTo>
                  <a:pt x="70490" y="17219"/>
                </a:moveTo>
                <a:lnTo>
                  <a:pt x="65893" y="17219"/>
                </a:lnTo>
                <a:lnTo>
                  <a:pt x="65893" y="12662"/>
                </a:lnTo>
                <a:lnTo>
                  <a:pt x="70490" y="12662"/>
                </a:lnTo>
                <a:close/>
                <a:moveTo>
                  <a:pt x="70490" y="12420"/>
                </a:moveTo>
                <a:lnTo>
                  <a:pt x="65893" y="12420"/>
                </a:lnTo>
                <a:lnTo>
                  <a:pt x="65893" y="7823"/>
                </a:lnTo>
                <a:lnTo>
                  <a:pt x="70490" y="7823"/>
                </a:lnTo>
                <a:close/>
                <a:moveTo>
                  <a:pt x="75289" y="79765"/>
                </a:moveTo>
                <a:lnTo>
                  <a:pt x="70732" y="79765"/>
                </a:lnTo>
                <a:lnTo>
                  <a:pt x="70732" y="75208"/>
                </a:lnTo>
                <a:lnTo>
                  <a:pt x="75289" y="75208"/>
                </a:lnTo>
                <a:close/>
                <a:moveTo>
                  <a:pt x="75289" y="74966"/>
                </a:moveTo>
                <a:lnTo>
                  <a:pt x="70732" y="74966"/>
                </a:lnTo>
                <a:lnTo>
                  <a:pt x="70732" y="70409"/>
                </a:lnTo>
                <a:lnTo>
                  <a:pt x="75289" y="70409"/>
                </a:lnTo>
                <a:close/>
                <a:moveTo>
                  <a:pt x="75289" y="70167"/>
                </a:moveTo>
                <a:lnTo>
                  <a:pt x="70732" y="70167"/>
                </a:lnTo>
                <a:lnTo>
                  <a:pt x="70732" y="65570"/>
                </a:lnTo>
                <a:lnTo>
                  <a:pt x="75289" y="65570"/>
                </a:lnTo>
                <a:close/>
                <a:moveTo>
                  <a:pt x="75289" y="65328"/>
                </a:moveTo>
                <a:lnTo>
                  <a:pt x="70732" y="65328"/>
                </a:lnTo>
                <a:lnTo>
                  <a:pt x="70732" y="60771"/>
                </a:lnTo>
                <a:lnTo>
                  <a:pt x="75289" y="60771"/>
                </a:lnTo>
                <a:close/>
                <a:moveTo>
                  <a:pt x="75289" y="60529"/>
                </a:moveTo>
                <a:lnTo>
                  <a:pt x="70732" y="60529"/>
                </a:lnTo>
                <a:lnTo>
                  <a:pt x="70732" y="55972"/>
                </a:lnTo>
                <a:lnTo>
                  <a:pt x="75289" y="55972"/>
                </a:lnTo>
                <a:close/>
                <a:moveTo>
                  <a:pt x="75289" y="55730"/>
                </a:moveTo>
                <a:lnTo>
                  <a:pt x="70732" y="55730"/>
                </a:lnTo>
                <a:lnTo>
                  <a:pt x="70732" y="51133"/>
                </a:lnTo>
                <a:lnTo>
                  <a:pt x="75289" y="51133"/>
                </a:lnTo>
                <a:close/>
                <a:moveTo>
                  <a:pt x="75289" y="50891"/>
                </a:moveTo>
                <a:lnTo>
                  <a:pt x="70732" y="50891"/>
                </a:lnTo>
                <a:lnTo>
                  <a:pt x="70732" y="46335"/>
                </a:lnTo>
                <a:lnTo>
                  <a:pt x="75289" y="46335"/>
                </a:lnTo>
                <a:close/>
                <a:moveTo>
                  <a:pt x="75289" y="46093"/>
                </a:moveTo>
                <a:lnTo>
                  <a:pt x="70732" y="46093"/>
                </a:lnTo>
                <a:lnTo>
                  <a:pt x="70732" y="41495"/>
                </a:lnTo>
                <a:lnTo>
                  <a:pt x="75289" y="41495"/>
                </a:lnTo>
                <a:close/>
                <a:moveTo>
                  <a:pt x="75289" y="41253"/>
                </a:moveTo>
                <a:lnTo>
                  <a:pt x="70732" y="41253"/>
                </a:lnTo>
                <a:lnTo>
                  <a:pt x="70732" y="36697"/>
                </a:lnTo>
                <a:lnTo>
                  <a:pt x="75289" y="36697"/>
                </a:lnTo>
                <a:close/>
                <a:moveTo>
                  <a:pt x="75289" y="36455"/>
                </a:moveTo>
                <a:lnTo>
                  <a:pt x="70732" y="36455"/>
                </a:lnTo>
                <a:lnTo>
                  <a:pt x="70732" y="31898"/>
                </a:lnTo>
                <a:lnTo>
                  <a:pt x="75289" y="31898"/>
                </a:lnTo>
                <a:close/>
                <a:moveTo>
                  <a:pt x="75289" y="31656"/>
                </a:moveTo>
                <a:lnTo>
                  <a:pt x="70732" y="31656"/>
                </a:lnTo>
                <a:lnTo>
                  <a:pt x="70732" y="27059"/>
                </a:lnTo>
                <a:lnTo>
                  <a:pt x="75289" y="27059"/>
                </a:lnTo>
                <a:close/>
                <a:moveTo>
                  <a:pt x="75289" y="26817"/>
                </a:moveTo>
                <a:lnTo>
                  <a:pt x="70732" y="26817"/>
                </a:lnTo>
                <a:lnTo>
                  <a:pt x="70732" y="22260"/>
                </a:lnTo>
                <a:lnTo>
                  <a:pt x="75289" y="22260"/>
                </a:lnTo>
                <a:close/>
                <a:moveTo>
                  <a:pt x="75289" y="22018"/>
                </a:moveTo>
                <a:lnTo>
                  <a:pt x="70732" y="22018"/>
                </a:lnTo>
                <a:lnTo>
                  <a:pt x="70732" y="17461"/>
                </a:lnTo>
                <a:lnTo>
                  <a:pt x="75289" y="17461"/>
                </a:lnTo>
                <a:close/>
                <a:moveTo>
                  <a:pt x="75289" y="17219"/>
                </a:moveTo>
                <a:lnTo>
                  <a:pt x="70732" y="17219"/>
                </a:lnTo>
                <a:lnTo>
                  <a:pt x="70732" y="12622"/>
                </a:lnTo>
                <a:lnTo>
                  <a:pt x="75289" y="12622"/>
                </a:lnTo>
                <a:close/>
                <a:moveTo>
                  <a:pt x="80087" y="74926"/>
                </a:moveTo>
                <a:lnTo>
                  <a:pt x="75531" y="74926"/>
                </a:lnTo>
                <a:lnTo>
                  <a:pt x="75531" y="70369"/>
                </a:lnTo>
                <a:lnTo>
                  <a:pt x="80087" y="70369"/>
                </a:lnTo>
                <a:close/>
                <a:moveTo>
                  <a:pt x="80087" y="70127"/>
                </a:moveTo>
                <a:lnTo>
                  <a:pt x="75531" y="70127"/>
                </a:lnTo>
                <a:lnTo>
                  <a:pt x="75531" y="65570"/>
                </a:lnTo>
                <a:lnTo>
                  <a:pt x="80087" y="65570"/>
                </a:lnTo>
                <a:close/>
                <a:moveTo>
                  <a:pt x="80087" y="65328"/>
                </a:moveTo>
                <a:lnTo>
                  <a:pt x="75531" y="65328"/>
                </a:lnTo>
                <a:lnTo>
                  <a:pt x="75531" y="60731"/>
                </a:lnTo>
                <a:lnTo>
                  <a:pt x="80087" y="60731"/>
                </a:lnTo>
                <a:close/>
                <a:moveTo>
                  <a:pt x="80087" y="60489"/>
                </a:moveTo>
                <a:lnTo>
                  <a:pt x="75531" y="60489"/>
                </a:lnTo>
                <a:lnTo>
                  <a:pt x="75531" y="55932"/>
                </a:lnTo>
                <a:lnTo>
                  <a:pt x="80087" y="55932"/>
                </a:lnTo>
                <a:close/>
                <a:moveTo>
                  <a:pt x="80087" y="55690"/>
                </a:moveTo>
                <a:lnTo>
                  <a:pt x="75531" y="55690"/>
                </a:lnTo>
                <a:lnTo>
                  <a:pt x="75531" y="51133"/>
                </a:lnTo>
                <a:lnTo>
                  <a:pt x="80087" y="51133"/>
                </a:lnTo>
                <a:close/>
                <a:moveTo>
                  <a:pt x="80087" y="50891"/>
                </a:moveTo>
                <a:lnTo>
                  <a:pt x="75531" y="50891"/>
                </a:lnTo>
                <a:lnTo>
                  <a:pt x="75531" y="46294"/>
                </a:lnTo>
                <a:lnTo>
                  <a:pt x="80087" y="46294"/>
                </a:lnTo>
                <a:close/>
                <a:moveTo>
                  <a:pt x="80087" y="46052"/>
                </a:moveTo>
                <a:lnTo>
                  <a:pt x="75531" y="46052"/>
                </a:lnTo>
                <a:lnTo>
                  <a:pt x="75531" y="41495"/>
                </a:lnTo>
                <a:lnTo>
                  <a:pt x="80087" y="41495"/>
                </a:lnTo>
                <a:close/>
                <a:moveTo>
                  <a:pt x="80087" y="41253"/>
                </a:moveTo>
                <a:lnTo>
                  <a:pt x="75531" y="41253"/>
                </a:lnTo>
                <a:lnTo>
                  <a:pt x="75531" y="36697"/>
                </a:lnTo>
                <a:lnTo>
                  <a:pt x="80087" y="36697"/>
                </a:lnTo>
                <a:close/>
                <a:moveTo>
                  <a:pt x="80087" y="36455"/>
                </a:moveTo>
                <a:lnTo>
                  <a:pt x="75531" y="36455"/>
                </a:lnTo>
                <a:lnTo>
                  <a:pt x="75531" y="31858"/>
                </a:lnTo>
                <a:lnTo>
                  <a:pt x="80087" y="31858"/>
                </a:lnTo>
                <a:close/>
                <a:moveTo>
                  <a:pt x="80087" y="31616"/>
                </a:moveTo>
                <a:lnTo>
                  <a:pt x="75531" y="31616"/>
                </a:lnTo>
                <a:lnTo>
                  <a:pt x="75531" y="27059"/>
                </a:lnTo>
                <a:lnTo>
                  <a:pt x="80087" y="27059"/>
                </a:lnTo>
                <a:close/>
                <a:moveTo>
                  <a:pt x="80087" y="26817"/>
                </a:moveTo>
                <a:lnTo>
                  <a:pt x="75531" y="26817"/>
                </a:lnTo>
                <a:lnTo>
                  <a:pt x="75531" y="22260"/>
                </a:lnTo>
                <a:lnTo>
                  <a:pt x="80087" y="22260"/>
                </a:lnTo>
                <a:close/>
                <a:moveTo>
                  <a:pt x="80087" y="22018"/>
                </a:moveTo>
                <a:lnTo>
                  <a:pt x="75531" y="22018"/>
                </a:lnTo>
                <a:lnTo>
                  <a:pt x="75531" y="17421"/>
                </a:lnTo>
                <a:lnTo>
                  <a:pt x="80087" y="17421"/>
                </a:lnTo>
                <a:close/>
                <a:moveTo>
                  <a:pt x="84886" y="70127"/>
                </a:moveTo>
                <a:lnTo>
                  <a:pt x="80329" y="70127"/>
                </a:lnTo>
                <a:lnTo>
                  <a:pt x="80329" y="65530"/>
                </a:lnTo>
                <a:lnTo>
                  <a:pt x="84886" y="65530"/>
                </a:lnTo>
                <a:close/>
                <a:moveTo>
                  <a:pt x="84886" y="65288"/>
                </a:moveTo>
                <a:lnTo>
                  <a:pt x="80329" y="65288"/>
                </a:lnTo>
                <a:lnTo>
                  <a:pt x="80329" y="60731"/>
                </a:lnTo>
                <a:lnTo>
                  <a:pt x="84886" y="60731"/>
                </a:lnTo>
                <a:close/>
                <a:moveTo>
                  <a:pt x="84886" y="60489"/>
                </a:moveTo>
                <a:lnTo>
                  <a:pt x="80329" y="60489"/>
                </a:lnTo>
                <a:lnTo>
                  <a:pt x="80329" y="55932"/>
                </a:lnTo>
                <a:lnTo>
                  <a:pt x="84886" y="55932"/>
                </a:lnTo>
                <a:close/>
                <a:moveTo>
                  <a:pt x="84886" y="55690"/>
                </a:moveTo>
                <a:lnTo>
                  <a:pt x="80329" y="55690"/>
                </a:lnTo>
                <a:lnTo>
                  <a:pt x="80329" y="51093"/>
                </a:lnTo>
                <a:lnTo>
                  <a:pt x="84886" y="51093"/>
                </a:lnTo>
                <a:close/>
                <a:moveTo>
                  <a:pt x="84886" y="50851"/>
                </a:moveTo>
                <a:lnTo>
                  <a:pt x="80329" y="50851"/>
                </a:lnTo>
                <a:lnTo>
                  <a:pt x="80329" y="46294"/>
                </a:lnTo>
                <a:lnTo>
                  <a:pt x="84886" y="46294"/>
                </a:lnTo>
                <a:close/>
                <a:moveTo>
                  <a:pt x="84886" y="46052"/>
                </a:moveTo>
                <a:lnTo>
                  <a:pt x="80329" y="46052"/>
                </a:lnTo>
                <a:lnTo>
                  <a:pt x="80329" y="41495"/>
                </a:lnTo>
                <a:lnTo>
                  <a:pt x="84886" y="41495"/>
                </a:lnTo>
                <a:close/>
                <a:moveTo>
                  <a:pt x="84886" y="41253"/>
                </a:moveTo>
                <a:lnTo>
                  <a:pt x="80329" y="41253"/>
                </a:lnTo>
                <a:lnTo>
                  <a:pt x="80329" y="36656"/>
                </a:lnTo>
                <a:lnTo>
                  <a:pt x="84886" y="36656"/>
                </a:lnTo>
                <a:close/>
                <a:moveTo>
                  <a:pt x="84886" y="36414"/>
                </a:moveTo>
                <a:lnTo>
                  <a:pt x="80329" y="36414"/>
                </a:lnTo>
                <a:lnTo>
                  <a:pt x="80329" y="31858"/>
                </a:lnTo>
                <a:lnTo>
                  <a:pt x="84886" y="31858"/>
                </a:lnTo>
                <a:close/>
                <a:moveTo>
                  <a:pt x="84886" y="31616"/>
                </a:moveTo>
                <a:lnTo>
                  <a:pt x="80329" y="31616"/>
                </a:lnTo>
                <a:lnTo>
                  <a:pt x="80329" y="27018"/>
                </a:lnTo>
                <a:lnTo>
                  <a:pt x="84886" y="27018"/>
                </a:lnTo>
                <a:close/>
                <a:moveTo>
                  <a:pt x="84886" y="26776"/>
                </a:moveTo>
                <a:lnTo>
                  <a:pt x="80329" y="26776"/>
                </a:lnTo>
                <a:lnTo>
                  <a:pt x="80329" y="22220"/>
                </a:lnTo>
                <a:lnTo>
                  <a:pt x="84886" y="222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419" name="Google Shape;419;p18"/>
          <p:cNvSpPr txBox="1">
            <a:spLocks noGrp="1"/>
          </p:cNvSpPr>
          <p:nvPr>
            <p:ph type="title"/>
          </p:nvPr>
        </p:nvSpPr>
        <p:spPr>
          <a:xfrm>
            <a:off x="3258733" y="2359051"/>
            <a:ext cx="5674400" cy="151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96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20" name="Google Shape;420;p18"/>
          <p:cNvSpPr txBox="1">
            <a:spLocks noGrp="1"/>
          </p:cNvSpPr>
          <p:nvPr>
            <p:ph type="subTitle" idx="1"/>
          </p:nvPr>
        </p:nvSpPr>
        <p:spPr>
          <a:xfrm>
            <a:off x="3258733" y="3593355"/>
            <a:ext cx="5674400" cy="9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8861690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2" name="Google Shape;42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3" name="Google Shape;423;p19"/>
          <p:cNvGrpSpPr/>
          <p:nvPr/>
        </p:nvGrpSpPr>
        <p:grpSpPr>
          <a:xfrm>
            <a:off x="9174739" y="0"/>
            <a:ext cx="3018000" cy="2495200"/>
            <a:chOff x="6881054" y="0"/>
            <a:chExt cx="2263500" cy="1871400"/>
          </a:xfrm>
        </p:grpSpPr>
        <p:sp>
          <p:nvSpPr>
            <p:cNvPr id="424" name="Google Shape;424;p19"/>
            <p:cNvSpPr/>
            <p:nvPr/>
          </p:nvSpPr>
          <p:spPr>
            <a:xfrm flipH="1">
              <a:off x="8664252" y="0"/>
              <a:ext cx="4803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25" name="Google Shape;425;p19"/>
            <p:cNvSpPr/>
            <p:nvPr/>
          </p:nvSpPr>
          <p:spPr>
            <a:xfrm rot="10800000">
              <a:off x="6881054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426" name="Google Shape;426;p19"/>
          <p:cNvGrpSpPr/>
          <p:nvPr/>
        </p:nvGrpSpPr>
        <p:grpSpPr>
          <a:xfrm>
            <a:off x="-682228" y="-198200"/>
            <a:ext cx="4752200" cy="4734767"/>
            <a:chOff x="-511671" y="-148650"/>
            <a:chExt cx="3564150" cy="3551075"/>
          </a:xfrm>
        </p:grpSpPr>
        <p:sp>
          <p:nvSpPr>
            <p:cNvPr id="427" name="Google Shape;427;p19"/>
            <p:cNvSpPr/>
            <p:nvPr/>
          </p:nvSpPr>
          <p:spPr>
            <a:xfrm rot="10800000" flipH="1">
              <a:off x="-109521" y="-14865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28" name="Google Shape;428;p19"/>
            <p:cNvGrpSpPr/>
            <p:nvPr/>
          </p:nvGrpSpPr>
          <p:grpSpPr>
            <a:xfrm flipH="1">
              <a:off x="-511671" y="1306925"/>
              <a:ext cx="986125" cy="2095500"/>
              <a:chOff x="7631225" y="2241175"/>
              <a:chExt cx="986125" cy="2095500"/>
            </a:xfrm>
          </p:grpSpPr>
          <p:cxnSp>
            <p:nvCxnSpPr>
              <p:cNvPr id="429" name="Google Shape;429;p19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0" name="Google Shape;430;p19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1" name="Google Shape;431;p19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2" name="Google Shape;432;p19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3" name="Google Shape;433;p19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4" name="Google Shape;434;p19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5" name="Google Shape;435;p19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6" name="Google Shape;436;p19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7" name="Google Shape;437;p19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8" name="Google Shape;438;p19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9" name="Google Shape;439;p19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0" name="Google Shape;440;p19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1" name="Google Shape;441;p19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2" name="Google Shape;442;p19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43" name="Google Shape;443;p19"/>
          <p:cNvSpPr txBox="1">
            <a:spLocks noGrp="1"/>
          </p:cNvSpPr>
          <p:nvPr>
            <p:ph type="title"/>
          </p:nvPr>
        </p:nvSpPr>
        <p:spPr>
          <a:xfrm>
            <a:off x="1270000" y="2061833"/>
            <a:ext cx="4434000" cy="185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44" name="Google Shape;444;p19"/>
          <p:cNvSpPr txBox="1">
            <a:spLocks noGrp="1"/>
          </p:cNvSpPr>
          <p:nvPr>
            <p:ph type="subTitle" idx="1"/>
          </p:nvPr>
        </p:nvSpPr>
        <p:spPr>
          <a:xfrm>
            <a:off x="1270000" y="3840200"/>
            <a:ext cx="4434000" cy="9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445" name="Google Shape;445;p19"/>
          <p:cNvSpPr>
            <a:spLocks noGrp="1"/>
          </p:cNvSpPr>
          <p:nvPr>
            <p:ph type="pic" idx="2"/>
          </p:nvPr>
        </p:nvSpPr>
        <p:spPr>
          <a:xfrm>
            <a:off x="6219267" y="719333"/>
            <a:ext cx="5009600" cy="5419200"/>
          </a:xfrm>
          <a:prstGeom prst="round1Rect">
            <a:avLst>
              <a:gd name="adj" fmla="val 16667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80608235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8" name="Google Shape;448;p20"/>
          <p:cNvGrpSpPr/>
          <p:nvPr/>
        </p:nvGrpSpPr>
        <p:grpSpPr>
          <a:xfrm>
            <a:off x="1" y="0"/>
            <a:ext cx="12736100" cy="6858000"/>
            <a:chOff x="0" y="0"/>
            <a:chExt cx="9552075" cy="5143500"/>
          </a:xfrm>
        </p:grpSpPr>
        <p:sp>
          <p:nvSpPr>
            <p:cNvPr id="449" name="Google Shape;449;p20"/>
            <p:cNvSpPr/>
            <p:nvPr/>
          </p:nvSpPr>
          <p:spPr>
            <a:xfrm>
              <a:off x="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50" name="Google Shape;450;p20"/>
            <p:cNvSpPr/>
            <p:nvPr/>
          </p:nvSpPr>
          <p:spPr>
            <a:xfrm flipH="1">
              <a:off x="6114300" y="4426500"/>
              <a:ext cx="3029700" cy="7170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51" name="Google Shape;451;p20"/>
            <p:cNvSpPr/>
            <p:nvPr/>
          </p:nvSpPr>
          <p:spPr>
            <a:xfrm rot="10800000" flipH="1">
              <a:off x="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452" name="Google Shape;452;p20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453" name="Google Shape;453;p20"/>
          <p:cNvGrpSpPr/>
          <p:nvPr/>
        </p:nvGrpSpPr>
        <p:grpSpPr>
          <a:xfrm>
            <a:off x="420017" y="-1772934"/>
            <a:ext cx="11918784" cy="10264051"/>
            <a:chOff x="315013" y="-1329700"/>
            <a:chExt cx="8939088" cy="7698038"/>
          </a:xfrm>
        </p:grpSpPr>
        <p:sp>
          <p:nvSpPr>
            <p:cNvPr id="454" name="Google Shape;454;p20"/>
            <p:cNvSpPr/>
            <p:nvPr/>
          </p:nvSpPr>
          <p:spPr>
            <a:xfrm rot="10800000">
              <a:off x="609210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55" name="Google Shape;455;p20"/>
            <p:cNvGrpSpPr/>
            <p:nvPr/>
          </p:nvGrpSpPr>
          <p:grpSpPr>
            <a:xfrm>
              <a:off x="3316738" y="-1329700"/>
              <a:ext cx="986125" cy="2095500"/>
              <a:chOff x="7631225" y="2241175"/>
              <a:chExt cx="986125" cy="2095500"/>
            </a:xfrm>
          </p:grpSpPr>
          <p:cxnSp>
            <p:nvCxnSpPr>
              <p:cNvPr id="456" name="Google Shape;456;p20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20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20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20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0" name="Google Shape;460;p20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1" name="Google Shape;461;p20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2" name="Google Shape;462;p20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3" name="Google Shape;463;p20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4" name="Google Shape;464;p20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5" name="Google Shape;465;p20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6" name="Google Shape;466;p20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7" name="Google Shape;467;p20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8" name="Google Shape;468;p20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69" name="Google Shape;469;p20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70" name="Google Shape;470;p20"/>
            <p:cNvGrpSpPr/>
            <p:nvPr/>
          </p:nvGrpSpPr>
          <p:grpSpPr>
            <a:xfrm>
              <a:off x="315013" y="4484088"/>
              <a:ext cx="1885275" cy="1884250"/>
              <a:chOff x="2609275" y="3149350"/>
              <a:chExt cx="1885275" cy="1884250"/>
            </a:xfrm>
          </p:grpSpPr>
          <p:sp>
            <p:nvSpPr>
              <p:cNvPr id="471" name="Google Shape;471;p20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2" name="Google Shape;472;p20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3" name="Google Shape;473;p20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4" name="Google Shape;474;p20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5" name="Google Shape;475;p20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6" name="Google Shape;476;p20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7" name="Google Shape;477;p20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8" name="Google Shape;478;p20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9" name="Google Shape;479;p20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0" name="Google Shape;480;p20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1" name="Google Shape;481;p20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2" name="Google Shape;482;p20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3" name="Google Shape;483;p20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4" name="Google Shape;484;p20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5" name="Google Shape;485;p20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6" name="Google Shape;486;p20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7" name="Google Shape;487;p20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8" name="Google Shape;488;p20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9" name="Google Shape;489;p20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490" name="Google Shape;490;p20"/>
          <p:cNvSpPr txBox="1">
            <a:spLocks noGrp="1"/>
          </p:cNvSpPr>
          <p:nvPr>
            <p:ph type="title"/>
          </p:nvPr>
        </p:nvSpPr>
        <p:spPr>
          <a:xfrm>
            <a:off x="1533533" y="2380600"/>
            <a:ext cx="4039600" cy="122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491" name="Google Shape;491;p20"/>
          <p:cNvSpPr txBox="1">
            <a:spLocks noGrp="1"/>
          </p:cNvSpPr>
          <p:nvPr>
            <p:ph type="subTitle" idx="1"/>
          </p:nvPr>
        </p:nvSpPr>
        <p:spPr>
          <a:xfrm>
            <a:off x="1533533" y="3521365"/>
            <a:ext cx="4039600" cy="9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00327420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493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4" name="Google Shape;494;p21"/>
          <p:cNvGrpSpPr/>
          <p:nvPr/>
        </p:nvGrpSpPr>
        <p:grpSpPr>
          <a:xfrm>
            <a:off x="-347050" y="-1833133"/>
            <a:ext cx="12528484" cy="8789333"/>
            <a:chOff x="-260288" y="-1374850"/>
            <a:chExt cx="9396363" cy="6592000"/>
          </a:xfrm>
        </p:grpSpPr>
        <p:sp>
          <p:nvSpPr>
            <p:cNvPr id="495" name="Google Shape;495;p21"/>
            <p:cNvSpPr/>
            <p:nvPr/>
          </p:nvSpPr>
          <p:spPr>
            <a:xfrm>
              <a:off x="-78450" y="460605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496" name="Google Shape;496;p21"/>
            <p:cNvGrpSpPr/>
            <p:nvPr/>
          </p:nvGrpSpPr>
          <p:grpSpPr>
            <a:xfrm>
              <a:off x="-218875" y="-13775"/>
              <a:ext cx="9354950" cy="5157275"/>
              <a:chOff x="-218875" y="-13775"/>
              <a:chExt cx="9354950" cy="5157275"/>
            </a:xfrm>
          </p:grpSpPr>
          <p:sp>
            <p:nvSpPr>
              <p:cNvPr id="497" name="Google Shape;497;p21"/>
              <p:cNvSpPr/>
              <p:nvPr/>
            </p:nvSpPr>
            <p:spPr>
              <a:xfrm rot="10800000">
                <a:off x="8413675" y="3272100"/>
                <a:ext cx="722400" cy="1871400"/>
              </a:xfrm>
              <a:prstGeom prst="rect">
                <a:avLst/>
              </a:prstGeom>
              <a:solidFill>
                <a:srgbClr val="63DBF5">
                  <a:alpha val="6899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498" name="Google Shape;498;p21"/>
              <p:cNvSpPr/>
              <p:nvPr/>
            </p:nvSpPr>
            <p:spPr>
              <a:xfrm rot="10800000" flipH="1">
                <a:off x="-11111" y="-13775"/>
                <a:ext cx="1277100" cy="1122300"/>
              </a:xfrm>
              <a:prstGeom prst="round1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499" name="Google Shape;499;p21"/>
              <p:cNvSpPr/>
              <p:nvPr/>
            </p:nvSpPr>
            <p:spPr>
              <a:xfrm flipH="1">
                <a:off x="6872575" y="4829700"/>
                <a:ext cx="2263500" cy="313800"/>
              </a:xfrm>
              <a:prstGeom prst="round1Rect">
                <a:avLst>
                  <a:gd name="adj" fmla="val 50000"/>
                </a:avLst>
              </a:prstGeom>
              <a:solidFill>
                <a:srgbClr val="006DF5">
                  <a:alpha val="4051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  <p:sp>
            <p:nvSpPr>
              <p:cNvPr id="500" name="Google Shape;500;p21"/>
              <p:cNvSpPr/>
              <p:nvPr/>
            </p:nvSpPr>
            <p:spPr>
              <a:xfrm>
                <a:off x="-218875" y="307100"/>
                <a:ext cx="1882500" cy="213000"/>
              </a:xfrm>
              <a:prstGeom prst="roundRect">
                <a:avLst>
                  <a:gd name="adj" fmla="val 50000"/>
                </a:avLst>
              </a:prstGeom>
              <a:solidFill>
                <a:srgbClr val="516CEE">
                  <a:alpha val="60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>
                  <a:latin typeface="Maven Pro"/>
                  <a:ea typeface="Maven Pro"/>
                  <a:cs typeface="Maven Pro"/>
                  <a:sym typeface="Maven Pro"/>
                </a:endParaRPr>
              </a:p>
            </p:txBody>
          </p:sp>
        </p:grpSp>
        <p:grpSp>
          <p:nvGrpSpPr>
            <p:cNvPr id="501" name="Google Shape;501;p21"/>
            <p:cNvGrpSpPr/>
            <p:nvPr/>
          </p:nvGrpSpPr>
          <p:grpSpPr>
            <a:xfrm>
              <a:off x="-260288" y="1809525"/>
              <a:ext cx="986125" cy="2095500"/>
              <a:chOff x="7631225" y="2241175"/>
              <a:chExt cx="986125" cy="2095500"/>
            </a:xfrm>
          </p:grpSpPr>
          <p:cxnSp>
            <p:nvCxnSpPr>
              <p:cNvPr id="502" name="Google Shape;502;p21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3" name="Google Shape;503;p21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4" name="Google Shape;504;p21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5" name="Google Shape;505;p21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6" name="Google Shape;506;p21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7" name="Google Shape;507;p21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8" name="Google Shape;508;p21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9" name="Google Shape;509;p21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0" name="Google Shape;510;p21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1" name="Google Shape;511;p21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2" name="Google Shape;512;p21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3" name="Google Shape;513;p21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4" name="Google Shape;514;p21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15" name="Google Shape;515;p21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516" name="Google Shape;516;p21"/>
            <p:cNvSpPr/>
            <p:nvPr/>
          </p:nvSpPr>
          <p:spPr>
            <a:xfrm rot="-5400000">
              <a:off x="5322038" y="-137485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517" name="Google Shape;517;p21"/>
          <p:cNvSpPr txBox="1">
            <a:spLocks noGrp="1"/>
          </p:cNvSpPr>
          <p:nvPr>
            <p:ph type="title"/>
          </p:nvPr>
        </p:nvSpPr>
        <p:spPr>
          <a:xfrm>
            <a:off x="6128383" y="2592212"/>
            <a:ext cx="4039600" cy="79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18" name="Google Shape;518;p21"/>
          <p:cNvSpPr txBox="1">
            <a:spLocks noGrp="1"/>
          </p:cNvSpPr>
          <p:nvPr>
            <p:ph type="subTitle" idx="1"/>
          </p:nvPr>
        </p:nvSpPr>
        <p:spPr>
          <a:xfrm>
            <a:off x="6128383" y="3309907"/>
            <a:ext cx="4039600" cy="9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4918845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Title and text 4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22"/>
          <p:cNvGrpSpPr/>
          <p:nvPr/>
        </p:nvGrpSpPr>
        <p:grpSpPr>
          <a:xfrm>
            <a:off x="-504466" y="-95467"/>
            <a:ext cx="14156151" cy="4410733"/>
            <a:chOff x="-378350" y="-71600"/>
            <a:chExt cx="10617113" cy="3308050"/>
          </a:xfrm>
        </p:grpSpPr>
        <p:sp>
          <p:nvSpPr>
            <p:cNvPr id="522" name="Google Shape;522;p22"/>
            <p:cNvSpPr/>
            <p:nvPr/>
          </p:nvSpPr>
          <p:spPr>
            <a:xfrm rot="10800000" flipH="1">
              <a:off x="-378350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23" name="Google Shape;523;p22"/>
            <p:cNvGrpSpPr/>
            <p:nvPr/>
          </p:nvGrpSpPr>
          <p:grpSpPr>
            <a:xfrm>
              <a:off x="8353488" y="1352200"/>
              <a:ext cx="1885275" cy="1884250"/>
              <a:chOff x="2609275" y="3149350"/>
              <a:chExt cx="1885275" cy="1884250"/>
            </a:xfrm>
          </p:grpSpPr>
          <p:sp>
            <p:nvSpPr>
              <p:cNvPr id="524" name="Google Shape;524;p22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5" name="Google Shape;525;p22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6" name="Google Shape;526;p22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7" name="Google Shape;527;p22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8" name="Google Shape;528;p22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9" name="Google Shape;529;p22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0" name="Google Shape;530;p22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1" name="Google Shape;531;p22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2" name="Google Shape;532;p22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3" name="Google Shape;533;p22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4" name="Google Shape;534;p22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5" name="Google Shape;535;p22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6" name="Google Shape;536;p22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7" name="Google Shape;537;p22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8" name="Google Shape;538;p22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9" name="Google Shape;539;p22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40" name="Google Shape;540;p22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41" name="Google Shape;541;p22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42" name="Google Shape;542;p22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543" name="Google Shape;543;p22"/>
          <p:cNvSpPr/>
          <p:nvPr/>
        </p:nvSpPr>
        <p:spPr>
          <a:xfrm rot="10800000">
            <a:off x="9163433" y="0"/>
            <a:ext cx="3018000" cy="418400"/>
          </a:xfrm>
          <a:prstGeom prst="round1Rect">
            <a:avLst>
              <a:gd name="adj" fmla="val 50000"/>
            </a:avLst>
          </a:prstGeom>
          <a:solidFill>
            <a:srgbClr val="006DF5">
              <a:alpha val="4051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latin typeface="Maven Pro"/>
              <a:ea typeface="Maven Pro"/>
              <a:cs typeface="Maven Pro"/>
              <a:sym typeface="Maven Pro"/>
            </a:endParaRPr>
          </a:p>
        </p:txBody>
      </p:sp>
      <p:sp>
        <p:nvSpPr>
          <p:cNvPr id="544" name="Google Shape;544;p22"/>
          <p:cNvSpPr txBox="1">
            <a:spLocks noGrp="1"/>
          </p:cNvSpPr>
          <p:nvPr>
            <p:ph type="title"/>
          </p:nvPr>
        </p:nvSpPr>
        <p:spPr>
          <a:xfrm>
            <a:off x="1803017" y="2380600"/>
            <a:ext cx="4039600" cy="122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45" name="Google Shape;545;p22"/>
          <p:cNvSpPr txBox="1">
            <a:spLocks noGrp="1"/>
          </p:cNvSpPr>
          <p:nvPr>
            <p:ph type="subTitle" idx="1"/>
          </p:nvPr>
        </p:nvSpPr>
        <p:spPr>
          <a:xfrm>
            <a:off x="1803017" y="3521361"/>
            <a:ext cx="4039600" cy="9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908926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Title and text 5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" name="Google Shape;54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48" name="Google Shape;548;p23"/>
          <p:cNvGrpSpPr/>
          <p:nvPr/>
        </p:nvGrpSpPr>
        <p:grpSpPr>
          <a:xfrm>
            <a:off x="0" y="0"/>
            <a:ext cx="12966800" cy="6857984"/>
            <a:chOff x="0" y="0"/>
            <a:chExt cx="9725100" cy="5143488"/>
          </a:xfrm>
        </p:grpSpPr>
        <p:sp>
          <p:nvSpPr>
            <p:cNvPr id="549" name="Google Shape;549;p23"/>
            <p:cNvSpPr/>
            <p:nvPr/>
          </p:nvSpPr>
          <p:spPr>
            <a:xfrm>
              <a:off x="0" y="4829688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550" name="Google Shape;550;p23"/>
            <p:cNvSpPr/>
            <p:nvPr/>
          </p:nvSpPr>
          <p:spPr>
            <a:xfrm>
              <a:off x="7842600" y="2511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551" name="Google Shape;551;p23"/>
            <p:cNvSpPr/>
            <p:nvPr/>
          </p:nvSpPr>
          <p:spPr>
            <a:xfrm rot="5400000">
              <a:off x="983550" y="-983550"/>
              <a:ext cx="358800" cy="23259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552" name="Google Shape;552;p23"/>
            <p:cNvSpPr/>
            <p:nvPr/>
          </p:nvSpPr>
          <p:spPr>
            <a:xfrm>
              <a:off x="0" y="0"/>
              <a:ext cx="579900" cy="23259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553" name="Google Shape;553;p23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54" name="Google Shape;554;p23"/>
          <p:cNvSpPr txBox="1">
            <a:spLocks noGrp="1"/>
          </p:cNvSpPr>
          <p:nvPr>
            <p:ph type="body" idx="1"/>
          </p:nvPr>
        </p:nvSpPr>
        <p:spPr>
          <a:xfrm>
            <a:off x="963167" y="1583467"/>
            <a:ext cx="10265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75557012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7" name="Google Shape;557;p24"/>
          <p:cNvGrpSpPr/>
          <p:nvPr/>
        </p:nvGrpSpPr>
        <p:grpSpPr>
          <a:xfrm>
            <a:off x="1" y="-11631"/>
            <a:ext cx="12191967" cy="6869665"/>
            <a:chOff x="0" y="-8724"/>
            <a:chExt cx="9143975" cy="5152249"/>
          </a:xfrm>
        </p:grpSpPr>
        <p:sp>
          <p:nvSpPr>
            <p:cNvPr id="558" name="Google Shape;558;p24"/>
            <p:cNvSpPr/>
            <p:nvPr/>
          </p:nvSpPr>
          <p:spPr>
            <a:xfrm>
              <a:off x="8421575" y="3272125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559" name="Google Shape;559;p24"/>
            <p:cNvSpPr/>
            <p:nvPr/>
          </p:nvSpPr>
          <p:spPr>
            <a:xfrm>
              <a:off x="0" y="4829725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560" name="Google Shape;560;p24"/>
            <p:cNvSpPr/>
            <p:nvPr/>
          </p:nvSpPr>
          <p:spPr>
            <a:xfrm rot="5400000">
              <a:off x="870900" y="-879624"/>
              <a:ext cx="433500" cy="21753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561" name="Google Shape;561;p24"/>
          <p:cNvGrpSpPr/>
          <p:nvPr/>
        </p:nvGrpSpPr>
        <p:grpSpPr>
          <a:xfrm>
            <a:off x="-525367" y="-225466"/>
            <a:ext cx="14441517" cy="4220717"/>
            <a:chOff x="-394025" y="-169100"/>
            <a:chExt cx="10831138" cy="3165538"/>
          </a:xfrm>
        </p:grpSpPr>
        <p:sp>
          <p:nvSpPr>
            <p:cNvPr id="562" name="Google Shape;562;p24"/>
            <p:cNvSpPr/>
            <p:nvPr/>
          </p:nvSpPr>
          <p:spPr>
            <a:xfrm rot="10800000">
              <a:off x="6344350" y="-169100"/>
              <a:ext cx="2936100" cy="7086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563" name="Google Shape;563;p24"/>
            <p:cNvGrpSpPr/>
            <p:nvPr/>
          </p:nvGrpSpPr>
          <p:grpSpPr>
            <a:xfrm>
              <a:off x="-394025" y="172575"/>
              <a:ext cx="986125" cy="2095500"/>
              <a:chOff x="7631225" y="2241175"/>
              <a:chExt cx="986125" cy="2095500"/>
            </a:xfrm>
          </p:grpSpPr>
          <p:cxnSp>
            <p:nvCxnSpPr>
              <p:cNvPr id="564" name="Google Shape;564;p24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5" name="Google Shape;565;p24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6" name="Google Shape;566;p24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7" name="Google Shape;567;p24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8" name="Google Shape;568;p24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9" name="Google Shape;569;p24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0" name="Google Shape;570;p24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1" name="Google Shape;571;p24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2" name="Google Shape;572;p24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3" name="Google Shape;573;p24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4" name="Google Shape;574;p24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5" name="Google Shape;575;p24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6" name="Google Shape;576;p24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7" name="Google Shape;577;p24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578" name="Google Shape;578;p24"/>
            <p:cNvGrpSpPr/>
            <p:nvPr/>
          </p:nvGrpSpPr>
          <p:grpSpPr>
            <a:xfrm>
              <a:off x="8551838" y="1112188"/>
              <a:ext cx="1885275" cy="1884250"/>
              <a:chOff x="2609275" y="3149350"/>
              <a:chExt cx="1885275" cy="1884250"/>
            </a:xfrm>
          </p:grpSpPr>
          <p:sp>
            <p:nvSpPr>
              <p:cNvPr id="579" name="Google Shape;579;p24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0" name="Google Shape;580;p24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1" name="Google Shape;581;p24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2" name="Google Shape;582;p24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3" name="Google Shape;583;p24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4" name="Google Shape;584;p24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5" name="Google Shape;585;p24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6" name="Google Shape;586;p24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7" name="Google Shape;587;p24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8" name="Google Shape;588;p24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89" name="Google Shape;589;p24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0" name="Google Shape;590;p24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1" name="Google Shape;591;p24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2" name="Google Shape;592;p24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3" name="Google Shape;593;p24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4" name="Google Shape;594;p24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5" name="Google Shape;595;p24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6" name="Google Shape;596;p24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7" name="Google Shape;597;p24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598" name="Google Shape;598;p24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599" name="Google Shape;599;p24"/>
          <p:cNvSpPr txBox="1">
            <a:spLocks noGrp="1"/>
          </p:cNvSpPr>
          <p:nvPr>
            <p:ph type="subTitle" idx="1"/>
          </p:nvPr>
        </p:nvSpPr>
        <p:spPr>
          <a:xfrm>
            <a:off x="1322033" y="3823933"/>
            <a:ext cx="4252000" cy="16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00" name="Google Shape;600;p24"/>
          <p:cNvSpPr txBox="1">
            <a:spLocks noGrp="1"/>
          </p:cNvSpPr>
          <p:nvPr>
            <p:ph type="subTitle" idx="2"/>
          </p:nvPr>
        </p:nvSpPr>
        <p:spPr>
          <a:xfrm>
            <a:off x="6618004" y="3823933"/>
            <a:ext cx="4252000" cy="16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01" name="Google Shape;601;p24"/>
          <p:cNvSpPr txBox="1">
            <a:spLocks noGrp="1"/>
          </p:cNvSpPr>
          <p:nvPr>
            <p:ph type="subTitle" idx="3"/>
          </p:nvPr>
        </p:nvSpPr>
        <p:spPr>
          <a:xfrm>
            <a:off x="1322033" y="3423300"/>
            <a:ext cx="42520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02" name="Google Shape;602;p24"/>
          <p:cNvSpPr txBox="1">
            <a:spLocks noGrp="1"/>
          </p:cNvSpPr>
          <p:nvPr>
            <p:ph type="subTitle" idx="4"/>
          </p:nvPr>
        </p:nvSpPr>
        <p:spPr>
          <a:xfrm>
            <a:off x="6618019" y="3423300"/>
            <a:ext cx="42520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09268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5" name="Google Shape;605;p25"/>
          <p:cNvGrpSpPr/>
          <p:nvPr/>
        </p:nvGrpSpPr>
        <p:grpSpPr>
          <a:xfrm>
            <a:off x="-66433" y="-499400"/>
            <a:ext cx="12741900" cy="9907751"/>
            <a:chOff x="-49825" y="-374550"/>
            <a:chExt cx="9556425" cy="7430813"/>
          </a:xfrm>
        </p:grpSpPr>
        <p:sp>
          <p:nvSpPr>
            <p:cNvPr id="606" name="Google Shape;606;p25"/>
            <p:cNvSpPr/>
            <p:nvPr/>
          </p:nvSpPr>
          <p:spPr>
            <a:xfrm rot="10800000" flipH="1">
              <a:off x="-49825" y="-1951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07" name="Google Shape;607;p25"/>
            <p:cNvGrpSpPr/>
            <p:nvPr/>
          </p:nvGrpSpPr>
          <p:grpSpPr>
            <a:xfrm>
              <a:off x="8520475" y="-374550"/>
              <a:ext cx="986125" cy="2095500"/>
              <a:chOff x="7631225" y="2241175"/>
              <a:chExt cx="986125" cy="2095500"/>
            </a:xfrm>
          </p:grpSpPr>
          <p:cxnSp>
            <p:nvCxnSpPr>
              <p:cNvPr id="608" name="Google Shape;608;p25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25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25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25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25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25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25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25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25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7" name="Google Shape;617;p25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8" name="Google Shape;618;p25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9" name="Google Shape;619;p25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0" name="Google Shape;620;p25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5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22" name="Google Shape;622;p25"/>
            <p:cNvSpPr/>
            <p:nvPr/>
          </p:nvSpPr>
          <p:spPr>
            <a:xfrm rot="5400000">
              <a:off x="2920037" y="4730438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623" name="Google Shape;623;p25"/>
          <p:cNvGrpSpPr/>
          <p:nvPr/>
        </p:nvGrpSpPr>
        <p:grpSpPr>
          <a:xfrm>
            <a:off x="-430833" y="4362800"/>
            <a:ext cx="12622833" cy="2495200"/>
            <a:chOff x="-323125" y="3272100"/>
            <a:chExt cx="9467125" cy="1871400"/>
          </a:xfrm>
        </p:grpSpPr>
        <p:sp>
          <p:nvSpPr>
            <p:cNvPr id="624" name="Google Shape;624;p25"/>
            <p:cNvSpPr/>
            <p:nvPr/>
          </p:nvSpPr>
          <p:spPr>
            <a:xfrm>
              <a:off x="0" y="3272100"/>
              <a:ext cx="4575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5" name="Google Shape;625;p25"/>
            <p:cNvSpPr/>
            <p:nvPr/>
          </p:nvSpPr>
          <p:spPr>
            <a:xfrm flipH="1">
              <a:off x="8600100" y="3551700"/>
              <a:ext cx="5439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6" name="Google Shape;626;p25"/>
            <p:cNvSpPr/>
            <p:nvPr/>
          </p:nvSpPr>
          <p:spPr>
            <a:xfrm>
              <a:off x="-323125" y="4730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27" name="Google Shape;627;p25"/>
            <p:cNvSpPr/>
            <p:nvPr/>
          </p:nvSpPr>
          <p:spPr>
            <a:xfrm flipH="1">
              <a:off x="6880500" y="482970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1"/>
          </p:nvPr>
        </p:nvSpPr>
        <p:spPr>
          <a:xfrm>
            <a:off x="1064736" y="3823933"/>
            <a:ext cx="3186400" cy="16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2"/>
          </p:nvPr>
        </p:nvSpPr>
        <p:spPr>
          <a:xfrm>
            <a:off x="4502784" y="3823933"/>
            <a:ext cx="3186400" cy="16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31" name="Google Shape;631;p25"/>
          <p:cNvSpPr txBox="1">
            <a:spLocks noGrp="1"/>
          </p:cNvSpPr>
          <p:nvPr>
            <p:ph type="subTitle" idx="3"/>
          </p:nvPr>
        </p:nvSpPr>
        <p:spPr>
          <a:xfrm>
            <a:off x="1064736" y="3423300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32" name="Google Shape;632;p25"/>
          <p:cNvSpPr txBox="1">
            <a:spLocks noGrp="1"/>
          </p:cNvSpPr>
          <p:nvPr>
            <p:ph type="subTitle" idx="4"/>
          </p:nvPr>
        </p:nvSpPr>
        <p:spPr>
          <a:xfrm>
            <a:off x="4502795" y="3423300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33" name="Google Shape;633;p25"/>
          <p:cNvSpPr txBox="1">
            <a:spLocks noGrp="1"/>
          </p:cNvSpPr>
          <p:nvPr>
            <p:ph type="subTitle" idx="5"/>
          </p:nvPr>
        </p:nvSpPr>
        <p:spPr>
          <a:xfrm>
            <a:off x="7940853" y="3823933"/>
            <a:ext cx="3186400" cy="16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34" name="Google Shape;634;p25"/>
          <p:cNvSpPr txBox="1">
            <a:spLocks noGrp="1"/>
          </p:cNvSpPr>
          <p:nvPr>
            <p:ph type="subTitle" idx="6"/>
          </p:nvPr>
        </p:nvSpPr>
        <p:spPr>
          <a:xfrm>
            <a:off x="7940864" y="3423300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2512692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6" name="Google Shape;63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37" name="Google Shape;637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8" name="Google Shape;638;p26"/>
          <p:cNvGrpSpPr/>
          <p:nvPr/>
        </p:nvGrpSpPr>
        <p:grpSpPr>
          <a:xfrm>
            <a:off x="-7838" y="196068"/>
            <a:ext cx="12557439" cy="6670833"/>
            <a:chOff x="-5879" y="147050"/>
            <a:chExt cx="9418079" cy="5003125"/>
          </a:xfrm>
        </p:grpSpPr>
        <p:sp>
          <p:nvSpPr>
            <p:cNvPr id="639" name="Google Shape;639;p26"/>
            <p:cNvSpPr/>
            <p:nvPr/>
          </p:nvSpPr>
          <p:spPr>
            <a:xfrm>
              <a:off x="-5879" y="3278775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40" name="Google Shape;640;p26"/>
            <p:cNvSpPr/>
            <p:nvPr/>
          </p:nvSpPr>
          <p:spPr>
            <a:xfrm rot="-5400000">
              <a:off x="7966213" y="3965700"/>
              <a:ext cx="493800" cy="186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41" name="Google Shape;641;p26"/>
            <p:cNvSpPr/>
            <p:nvPr/>
          </p:nvSpPr>
          <p:spPr>
            <a:xfrm>
              <a:off x="0" y="4829625"/>
              <a:ext cx="22158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42" name="Google Shape;642;p26"/>
            <p:cNvSpPr/>
            <p:nvPr/>
          </p:nvSpPr>
          <p:spPr>
            <a:xfrm>
              <a:off x="7529700" y="1470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43" name="Google Shape;643;p26"/>
          <p:cNvGrpSpPr/>
          <p:nvPr/>
        </p:nvGrpSpPr>
        <p:grpSpPr>
          <a:xfrm>
            <a:off x="-215033" y="-1863682"/>
            <a:ext cx="13023733" cy="6689684"/>
            <a:chOff x="-161275" y="-1397762"/>
            <a:chExt cx="9767800" cy="5017263"/>
          </a:xfrm>
        </p:grpSpPr>
        <p:sp>
          <p:nvSpPr>
            <p:cNvPr id="644" name="Google Shape;644;p26"/>
            <p:cNvSpPr/>
            <p:nvPr/>
          </p:nvSpPr>
          <p:spPr>
            <a:xfrm rot="10800000" flipH="1">
              <a:off x="-161275" y="-364900"/>
              <a:ext cx="3429000" cy="8514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645" name="Google Shape;645;p26"/>
            <p:cNvGrpSpPr/>
            <p:nvPr/>
          </p:nvGrpSpPr>
          <p:grpSpPr>
            <a:xfrm>
              <a:off x="8620400" y="1524000"/>
              <a:ext cx="986125" cy="2095500"/>
              <a:chOff x="7631225" y="2241175"/>
              <a:chExt cx="986125" cy="2095500"/>
            </a:xfrm>
          </p:grpSpPr>
          <p:cxnSp>
            <p:nvCxnSpPr>
              <p:cNvPr id="646" name="Google Shape;646;p26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6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6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9" name="Google Shape;649;p26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0" name="Google Shape;650;p26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1" name="Google Shape;651;p26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2" name="Google Shape;652;p26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3" name="Google Shape;653;p26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4" name="Google Shape;654;p26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5" name="Google Shape;655;p26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6" name="Google Shape;656;p26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7" name="Google Shape;657;p26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8" name="Google Shape;658;p26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9" name="Google Shape;659;p26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660" name="Google Shape;660;p26"/>
            <p:cNvGrpSpPr/>
            <p:nvPr/>
          </p:nvGrpSpPr>
          <p:grpSpPr>
            <a:xfrm>
              <a:off x="4796563" y="-1397762"/>
              <a:ext cx="1885275" cy="1884250"/>
              <a:chOff x="2609275" y="3149350"/>
              <a:chExt cx="1885275" cy="1884250"/>
            </a:xfrm>
          </p:grpSpPr>
          <p:sp>
            <p:nvSpPr>
              <p:cNvPr id="661" name="Google Shape;661;p26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2" name="Google Shape;662;p26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3" name="Google Shape;663;p26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4" name="Google Shape;664;p26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5" name="Google Shape;665;p26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6" name="Google Shape;666;p26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7" name="Google Shape;667;p26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8" name="Google Shape;668;p26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69" name="Google Shape;669;p26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0" name="Google Shape;670;p26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1" name="Google Shape;671;p26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2" name="Google Shape;672;p26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3" name="Google Shape;673;p26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4" name="Google Shape;674;p26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5" name="Google Shape;675;p26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6" name="Google Shape;676;p26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7" name="Google Shape;677;p26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8" name="Google Shape;678;p26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79" name="Google Shape;679;p26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680" name="Google Shape;680;p26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681" name="Google Shape;681;p26"/>
          <p:cNvSpPr txBox="1">
            <a:spLocks noGrp="1"/>
          </p:cNvSpPr>
          <p:nvPr>
            <p:ph type="subTitle" idx="1"/>
          </p:nvPr>
        </p:nvSpPr>
        <p:spPr>
          <a:xfrm>
            <a:off x="3848400" y="2342933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82" name="Google Shape;682;p26"/>
          <p:cNvSpPr txBox="1">
            <a:spLocks noGrp="1"/>
          </p:cNvSpPr>
          <p:nvPr>
            <p:ph type="subTitle" idx="2"/>
          </p:nvPr>
        </p:nvSpPr>
        <p:spPr>
          <a:xfrm>
            <a:off x="3848400" y="1942300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83" name="Google Shape;683;p26"/>
          <p:cNvSpPr txBox="1">
            <a:spLocks noGrp="1"/>
          </p:cNvSpPr>
          <p:nvPr>
            <p:ph type="subTitle" idx="3"/>
          </p:nvPr>
        </p:nvSpPr>
        <p:spPr>
          <a:xfrm>
            <a:off x="3848400" y="3752000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84" name="Google Shape;684;p26"/>
          <p:cNvSpPr txBox="1">
            <a:spLocks noGrp="1"/>
          </p:cNvSpPr>
          <p:nvPr>
            <p:ph type="subTitle" idx="4"/>
          </p:nvPr>
        </p:nvSpPr>
        <p:spPr>
          <a:xfrm>
            <a:off x="3848400" y="3351367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85" name="Google Shape;685;p26"/>
          <p:cNvSpPr txBox="1">
            <a:spLocks noGrp="1"/>
          </p:cNvSpPr>
          <p:nvPr>
            <p:ph type="subTitle" idx="5"/>
          </p:nvPr>
        </p:nvSpPr>
        <p:spPr>
          <a:xfrm>
            <a:off x="3848400" y="5161067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686" name="Google Shape;686;p26"/>
          <p:cNvSpPr txBox="1">
            <a:spLocks noGrp="1"/>
          </p:cNvSpPr>
          <p:nvPr>
            <p:ph type="subTitle" idx="6"/>
          </p:nvPr>
        </p:nvSpPr>
        <p:spPr>
          <a:xfrm>
            <a:off x="3848400" y="4760433"/>
            <a:ext cx="44952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13467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Google Shape;688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9" name="Google Shape;689;p27"/>
          <p:cNvGrpSpPr/>
          <p:nvPr/>
        </p:nvGrpSpPr>
        <p:grpSpPr>
          <a:xfrm>
            <a:off x="-497933" y="0"/>
            <a:ext cx="12689933" cy="6883767"/>
            <a:chOff x="-373450" y="0"/>
            <a:chExt cx="9517450" cy="5162825"/>
          </a:xfrm>
        </p:grpSpPr>
        <p:sp>
          <p:nvSpPr>
            <p:cNvPr id="690" name="Google Shape;690;p27"/>
            <p:cNvSpPr/>
            <p:nvPr/>
          </p:nvSpPr>
          <p:spPr>
            <a:xfrm flipH="1">
              <a:off x="8421600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1" name="Google Shape;691;p27"/>
            <p:cNvSpPr/>
            <p:nvPr/>
          </p:nvSpPr>
          <p:spPr>
            <a:xfrm rot="5400000" flipH="1">
              <a:off x="893400" y="3800225"/>
              <a:ext cx="441600" cy="2283600"/>
            </a:xfrm>
            <a:prstGeom prst="round1Rect">
              <a:avLst>
                <a:gd name="adj" fmla="val 49349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2" name="Google Shape;692;p27"/>
            <p:cNvSpPr/>
            <p:nvPr/>
          </p:nvSpPr>
          <p:spPr>
            <a:xfrm rot="10800000">
              <a:off x="688050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693" name="Google Shape;693;p27"/>
            <p:cNvSpPr/>
            <p:nvPr/>
          </p:nvSpPr>
          <p:spPr>
            <a:xfrm>
              <a:off x="-373450" y="10080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694" name="Google Shape;694;p27"/>
          <p:cNvGrpSpPr/>
          <p:nvPr/>
        </p:nvGrpSpPr>
        <p:grpSpPr>
          <a:xfrm>
            <a:off x="11434085" y="5333184"/>
            <a:ext cx="2513700" cy="2512333"/>
            <a:chOff x="2609275" y="3149350"/>
            <a:chExt cx="1885275" cy="1884250"/>
          </a:xfrm>
        </p:grpSpPr>
        <p:sp>
          <p:nvSpPr>
            <p:cNvPr id="695" name="Google Shape;695;p27"/>
            <p:cNvSpPr/>
            <p:nvPr/>
          </p:nvSpPr>
          <p:spPr>
            <a:xfrm>
              <a:off x="3923900" y="3224950"/>
              <a:ext cx="494025" cy="495025"/>
            </a:xfrm>
            <a:custGeom>
              <a:avLst/>
              <a:gdLst/>
              <a:ahLst/>
              <a:cxnLst/>
              <a:rect l="l" t="t" r="r" b="b"/>
              <a:pathLst>
                <a:path w="19761" h="19801" extrusionOk="0">
                  <a:moveTo>
                    <a:pt x="485" y="202"/>
                  </a:moveTo>
                  <a:cubicBezTo>
                    <a:pt x="323" y="162"/>
                    <a:pt x="162" y="81"/>
                    <a:pt x="1" y="1"/>
                  </a:cubicBezTo>
                  <a:lnTo>
                    <a:pt x="19761" y="19801"/>
                  </a:lnTo>
                  <a:cubicBezTo>
                    <a:pt x="19720" y="19640"/>
                    <a:pt x="19640" y="19478"/>
                    <a:pt x="19559" y="19317"/>
                  </a:cubicBezTo>
                  <a:lnTo>
                    <a:pt x="485" y="20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96" name="Google Shape;696;p27"/>
            <p:cNvSpPr/>
            <p:nvPr/>
          </p:nvSpPr>
          <p:spPr>
            <a:xfrm>
              <a:off x="3725300" y="3164475"/>
              <a:ext cx="753125" cy="753100"/>
            </a:xfrm>
            <a:custGeom>
              <a:avLst/>
              <a:gdLst/>
              <a:ahLst/>
              <a:cxnLst/>
              <a:rect l="l" t="t" r="r" b="b"/>
              <a:pathLst>
                <a:path w="30125" h="30124" extrusionOk="0">
                  <a:moveTo>
                    <a:pt x="323" y="81"/>
                  </a:moveTo>
                  <a:cubicBezTo>
                    <a:pt x="202" y="41"/>
                    <a:pt x="122" y="41"/>
                    <a:pt x="1" y="0"/>
                  </a:cubicBezTo>
                  <a:lnTo>
                    <a:pt x="30124" y="30124"/>
                  </a:lnTo>
                  <a:cubicBezTo>
                    <a:pt x="30084" y="30043"/>
                    <a:pt x="30084" y="29922"/>
                    <a:pt x="30043" y="29801"/>
                  </a:cubicBezTo>
                  <a:lnTo>
                    <a:pt x="323" y="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97" name="Google Shape;697;p27"/>
            <p:cNvSpPr/>
            <p:nvPr/>
          </p:nvSpPr>
          <p:spPr>
            <a:xfrm>
              <a:off x="3572075" y="3149350"/>
              <a:ext cx="922475" cy="922475"/>
            </a:xfrm>
            <a:custGeom>
              <a:avLst/>
              <a:gdLst/>
              <a:ahLst/>
              <a:cxnLst/>
              <a:rect l="l" t="t" r="r" b="b"/>
              <a:pathLst>
                <a:path w="36899" h="36899" extrusionOk="0">
                  <a:moveTo>
                    <a:pt x="282" y="0"/>
                  </a:moveTo>
                  <a:cubicBezTo>
                    <a:pt x="161" y="0"/>
                    <a:pt x="81" y="0"/>
                    <a:pt x="0" y="0"/>
                  </a:cubicBezTo>
                  <a:lnTo>
                    <a:pt x="36898" y="36899"/>
                  </a:lnTo>
                  <a:cubicBezTo>
                    <a:pt x="36898" y="36778"/>
                    <a:pt x="36898" y="36697"/>
                    <a:pt x="36858" y="36616"/>
                  </a:cubicBezTo>
                  <a:lnTo>
                    <a:pt x="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98" name="Google Shape;698;p27"/>
            <p:cNvSpPr/>
            <p:nvPr/>
          </p:nvSpPr>
          <p:spPr>
            <a:xfrm>
              <a:off x="3440000" y="315440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242" y="0"/>
                  </a:moveTo>
                  <a:cubicBezTo>
                    <a:pt x="162" y="40"/>
                    <a:pt x="81" y="40"/>
                    <a:pt x="0" y="40"/>
                  </a:cubicBezTo>
                  <a:lnTo>
                    <a:pt x="41899" y="41939"/>
                  </a:lnTo>
                  <a:cubicBezTo>
                    <a:pt x="41899" y="41858"/>
                    <a:pt x="41939" y="41778"/>
                    <a:pt x="41939" y="4169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99" name="Google Shape;699;p27"/>
            <p:cNvSpPr/>
            <p:nvPr/>
          </p:nvSpPr>
          <p:spPr>
            <a:xfrm>
              <a:off x="3323050" y="3175550"/>
              <a:ext cx="1145275" cy="1144275"/>
            </a:xfrm>
            <a:custGeom>
              <a:avLst/>
              <a:gdLst/>
              <a:ahLst/>
              <a:cxnLst/>
              <a:rect l="l" t="t" r="r" b="b"/>
              <a:pathLst>
                <a:path w="45811" h="45771" extrusionOk="0">
                  <a:moveTo>
                    <a:pt x="243" y="1"/>
                  </a:moveTo>
                  <a:cubicBezTo>
                    <a:pt x="162" y="1"/>
                    <a:pt x="81" y="41"/>
                    <a:pt x="1" y="41"/>
                  </a:cubicBezTo>
                  <a:lnTo>
                    <a:pt x="45730" y="45771"/>
                  </a:lnTo>
                  <a:cubicBezTo>
                    <a:pt x="45771" y="45690"/>
                    <a:pt x="45771" y="45610"/>
                    <a:pt x="45811" y="4556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0" name="Google Shape;700;p27"/>
            <p:cNvSpPr/>
            <p:nvPr/>
          </p:nvSpPr>
          <p:spPr>
            <a:xfrm>
              <a:off x="3218200" y="320782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202" y="0"/>
                  </a:moveTo>
                  <a:cubicBezTo>
                    <a:pt x="122" y="0"/>
                    <a:pt x="81" y="41"/>
                    <a:pt x="1" y="81"/>
                  </a:cubicBezTo>
                  <a:lnTo>
                    <a:pt x="48593" y="48674"/>
                  </a:lnTo>
                  <a:cubicBezTo>
                    <a:pt x="48634" y="48633"/>
                    <a:pt x="48674" y="48553"/>
                    <a:pt x="48674" y="4847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3122425" y="324915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202" y="1"/>
                  </a:moveTo>
                  <a:cubicBezTo>
                    <a:pt x="122" y="41"/>
                    <a:pt x="81" y="81"/>
                    <a:pt x="1" y="122"/>
                  </a:cubicBezTo>
                  <a:lnTo>
                    <a:pt x="50771" y="50852"/>
                  </a:lnTo>
                  <a:cubicBezTo>
                    <a:pt x="50771" y="50811"/>
                    <a:pt x="50811" y="50731"/>
                    <a:pt x="50852" y="506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2" name="Google Shape;702;p27"/>
            <p:cNvSpPr/>
            <p:nvPr/>
          </p:nvSpPr>
          <p:spPr>
            <a:xfrm>
              <a:off x="3035725" y="3299550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162" y="1"/>
                  </a:moveTo>
                  <a:cubicBezTo>
                    <a:pt x="81" y="41"/>
                    <a:pt x="41" y="82"/>
                    <a:pt x="1" y="122"/>
                  </a:cubicBezTo>
                  <a:lnTo>
                    <a:pt x="52182" y="52344"/>
                  </a:lnTo>
                  <a:cubicBezTo>
                    <a:pt x="52223" y="52263"/>
                    <a:pt x="52263" y="52223"/>
                    <a:pt x="52303" y="5218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3" name="Google Shape;703;p27"/>
            <p:cNvSpPr/>
            <p:nvPr/>
          </p:nvSpPr>
          <p:spPr>
            <a:xfrm>
              <a:off x="2956075" y="3358025"/>
              <a:ext cx="1328775" cy="1329775"/>
            </a:xfrm>
            <a:custGeom>
              <a:avLst/>
              <a:gdLst/>
              <a:ahLst/>
              <a:cxnLst/>
              <a:rect l="l" t="t" r="r" b="b"/>
              <a:pathLst>
                <a:path w="53151" h="53191" extrusionOk="0">
                  <a:moveTo>
                    <a:pt x="122" y="1"/>
                  </a:moveTo>
                  <a:cubicBezTo>
                    <a:pt x="82" y="41"/>
                    <a:pt x="41" y="82"/>
                    <a:pt x="1" y="122"/>
                  </a:cubicBezTo>
                  <a:lnTo>
                    <a:pt x="53030" y="53191"/>
                  </a:lnTo>
                  <a:cubicBezTo>
                    <a:pt x="53070" y="53110"/>
                    <a:pt x="53110" y="53070"/>
                    <a:pt x="53151" y="53030"/>
                  </a:cubicBezTo>
                  <a:lnTo>
                    <a:pt x="12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4" name="Google Shape;704;p27"/>
            <p:cNvSpPr/>
            <p:nvPr/>
          </p:nvSpPr>
          <p:spPr>
            <a:xfrm>
              <a:off x="2883500" y="3422550"/>
              <a:ext cx="1336825" cy="1336825"/>
            </a:xfrm>
            <a:custGeom>
              <a:avLst/>
              <a:gdLst/>
              <a:ahLst/>
              <a:cxnLst/>
              <a:rect l="l" t="t" r="r" b="b"/>
              <a:pathLst>
                <a:path w="53473" h="53473" extrusionOk="0">
                  <a:moveTo>
                    <a:pt x="121" y="1"/>
                  </a:moveTo>
                  <a:cubicBezTo>
                    <a:pt x="121" y="1"/>
                    <a:pt x="81" y="81"/>
                    <a:pt x="81" y="81"/>
                  </a:cubicBezTo>
                  <a:cubicBezTo>
                    <a:pt x="41" y="122"/>
                    <a:pt x="0" y="122"/>
                    <a:pt x="0" y="162"/>
                  </a:cubicBezTo>
                  <a:lnTo>
                    <a:pt x="53311" y="53473"/>
                  </a:lnTo>
                  <a:cubicBezTo>
                    <a:pt x="53311" y="53473"/>
                    <a:pt x="53392" y="53433"/>
                    <a:pt x="53392" y="53433"/>
                  </a:cubicBezTo>
                  <a:cubicBezTo>
                    <a:pt x="53432" y="53392"/>
                    <a:pt x="53432" y="53392"/>
                    <a:pt x="53473" y="533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5" name="Google Shape;705;p27"/>
            <p:cNvSpPr/>
            <p:nvPr/>
          </p:nvSpPr>
          <p:spPr>
            <a:xfrm>
              <a:off x="2817975" y="3495150"/>
              <a:ext cx="1329775" cy="1329775"/>
            </a:xfrm>
            <a:custGeom>
              <a:avLst/>
              <a:gdLst/>
              <a:ahLst/>
              <a:cxnLst/>
              <a:rect l="l" t="t" r="r" b="b"/>
              <a:pathLst>
                <a:path w="53191" h="53191" extrusionOk="0">
                  <a:moveTo>
                    <a:pt x="121" y="0"/>
                  </a:moveTo>
                  <a:cubicBezTo>
                    <a:pt x="81" y="41"/>
                    <a:pt x="41" y="121"/>
                    <a:pt x="0" y="161"/>
                  </a:cubicBezTo>
                  <a:lnTo>
                    <a:pt x="53029" y="53190"/>
                  </a:lnTo>
                  <a:cubicBezTo>
                    <a:pt x="53110" y="53150"/>
                    <a:pt x="53150" y="53109"/>
                    <a:pt x="53190" y="53069"/>
                  </a:cubicBezTo>
                  <a:lnTo>
                    <a:pt x="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6" name="Google Shape;706;p27"/>
            <p:cNvSpPr/>
            <p:nvPr/>
          </p:nvSpPr>
          <p:spPr>
            <a:xfrm>
              <a:off x="2760500" y="3574775"/>
              <a:ext cx="1307600" cy="1308625"/>
            </a:xfrm>
            <a:custGeom>
              <a:avLst/>
              <a:gdLst/>
              <a:ahLst/>
              <a:cxnLst/>
              <a:rect l="l" t="t" r="r" b="b"/>
              <a:pathLst>
                <a:path w="52304" h="52345" extrusionOk="0">
                  <a:moveTo>
                    <a:pt x="81" y="1"/>
                  </a:moveTo>
                  <a:cubicBezTo>
                    <a:pt x="41" y="82"/>
                    <a:pt x="41" y="122"/>
                    <a:pt x="1" y="162"/>
                  </a:cubicBezTo>
                  <a:lnTo>
                    <a:pt x="52142" y="52344"/>
                  </a:lnTo>
                  <a:cubicBezTo>
                    <a:pt x="52182" y="52304"/>
                    <a:pt x="52263" y="52263"/>
                    <a:pt x="52303" y="5222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7" name="Google Shape;707;p27"/>
            <p:cNvSpPr/>
            <p:nvPr/>
          </p:nvSpPr>
          <p:spPr>
            <a:xfrm>
              <a:off x="2710100" y="3662500"/>
              <a:ext cx="1271300" cy="1271300"/>
            </a:xfrm>
            <a:custGeom>
              <a:avLst/>
              <a:gdLst/>
              <a:ahLst/>
              <a:cxnLst/>
              <a:rect l="l" t="t" r="r" b="b"/>
              <a:pathLst>
                <a:path w="50852" h="50852" extrusionOk="0">
                  <a:moveTo>
                    <a:pt x="81" y="0"/>
                  </a:moveTo>
                  <a:cubicBezTo>
                    <a:pt x="41" y="41"/>
                    <a:pt x="41" y="121"/>
                    <a:pt x="0" y="162"/>
                  </a:cubicBezTo>
                  <a:lnTo>
                    <a:pt x="50650" y="50851"/>
                  </a:lnTo>
                  <a:cubicBezTo>
                    <a:pt x="50690" y="50811"/>
                    <a:pt x="50771" y="50771"/>
                    <a:pt x="50851" y="50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8" name="Google Shape;708;p27"/>
            <p:cNvSpPr/>
            <p:nvPr/>
          </p:nvSpPr>
          <p:spPr>
            <a:xfrm>
              <a:off x="2667750" y="3758275"/>
              <a:ext cx="1216875" cy="1216850"/>
            </a:xfrm>
            <a:custGeom>
              <a:avLst/>
              <a:gdLst/>
              <a:ahLst/>
              <a:cxnLst/>
              <a:rect l="l" t="t" r="r" b="b"/>
              <a:pathLst>
                <a:path w="48675" h="48674" extrusionOk="0">
                  <a:moveTo>
                    <a:pt x="81" y="0"/>
                  </a:moveTo>
                  <a:cubicBezTo>
                    <a:pt x="41" y="41"/>
                    <a:pt x="41" y="121"/>
                    <a:pt x="1" y="202"/>
                  </a:cubicBezTo>
                  <a:lnTo>
                    <a:pt x="48513" y="48674"/>
                  </a:lnTo>
                  <a:cubicBezTo>
                    <a:pt x="48553" y="48633"/>
                    <a:pt x="48634" y="48633"/>
                    <a:pt x="48674" y="4859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09" name="Google Shape;709;p27"/>
            <p:cNvSpPr/>
            <p:nvPr/>
          </p:nvSpPr>
          <p:spPr>
            <a:xfrm>
              <a:off x="2635500" y="3863125"/>
              <a:ext cx="1144275" cy="1144275"/>
            </a:xfrm>
            <a:custGeom>
              <a:avLst/>
              <a:gdLst/>
              <a:ahLst/>
              <a:cxnLst/>
              <a:rect l="l" t="t" r="r" b="b"/>
              <a:pathLst>
                <a:path w="45771" h="45771" extrusionOk="0">
                  <a:moveTo>
                    <a:pt x="41" y="0"/>
                  </a:moveTo>
                  <a:cubicBezTo>
                    <a:pt x="41" y="81"/>
                    <a:pt x="0" y="121"/>
                    <a:pt x="0" y="202"/>
                  </a:cubicBezTo>
                  <a:lnTo>
                    <a:pt x="45569" y="45770"/>
                  </a:lnTo>
                  <a:cubicBezTo>
                    <a:pt x="45649" y="45770"/>
                    <a:pt x="45730" y="45730"/>
                    <a:pt x="45770" y="4573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10" name="Google Shape;710;p27"/>
            <p:cNvSpPr/>
            <p:nvPr/>
          </p:nvSpPr>
          <p:spPr>
            <a:xfrm>
              <a:off x="2615325" y="3980050"/>
              <a:ext cx="1048500" cy="1048500"/>
            </a:xfrm>
            <a:custGeom>
              <a:avLst/>
              <a:gdLst/>
              <a:ahLst/>
              <a:cxnLst/>
              <a:rect l="l" t="t" r="r" b="b"/>
              <a:pathLst>
                <a:path w="41940" h="41940" extrusionOk="0">
                  <a:moveTo>
                    <a:pt x="1" y="1"/>
                  </a:moveTo>
                  <a:cubicBezTo>
                    <a:pt x="1" y="82"/>
                    <a:pt x="1" y="162"/>
                    <a:pt x="1" y="243"/>
                  </a:cubicBezTo>
                  <a:lnTo>
                    <a:pt x="41657" y="41940"/>
                  </a:lnTo>
                  <a:cubicBezTo>
                    <a:pt x="41738" y="41900"/>
                    <a:pt x="41859" y="41900"/>
                    <a:pt x="41940" y="41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11" name="Google Shape;711;p27"/>
            <p:cNvSpPr/>
            <p:nvPr/>
          </p:nvSpPr>
          <p:spPr>
            <a:xfrm>
              <a:off x="2609275" y="4111125"/>
              <a:ext cx="922500" cy="922475"/>
            </a:xfrm>
            <a:custGeom>
              <a:avLst/>
              <a:gdLst/>
              <a:ahLst/>
              <a:cxnLst/>
              <a:rect l="l" t="t" r="r" b="b"/>
              <a:pathLst>
                <a:path w="36900" h="36899" extrusionOk="0">
                  <a:moveTo>
                    <a:pt x="1" y="0"/>
                  </a:moveTo>
                  <a:cubicBezTo>
                    <a:pt x="1" y="81"/>
                    <a:pt x="1" y="202"/>
                    <a:pt x="1" y="283"/>
                  </a:cubicBezTo>
                  <a:lnTo>
                    <a:pt x="36617" y="36899"/>
                  </a:lnTo>
                  <a:cubicBezTo>
                    <a:pt x="36697" y="36899"/>
                    <a:pt x="36818" y="36899"/>
                    <a:pt x="36899" y="36899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12" name="Google Shape;712;p27"/>
            <p:cNvSpPr/>
            <p:nvPr/>
          </p:nvSpPr>
          <p:spPr>
            <a:xfrm>
              <a:off x="2625400" y="4264350"/>
              <a:ext cx="753125" cy="754125"/>
            </a:xfrm>
            <a:custGeom>
              <a:avLst/>
              <a:gdLst/>
              <a:ahLst/>
              <a:cxnLst/>
              <a:rect l="l" t="t" r="r" b="b"/>
              <a:pathLst>
                <a:path w="30125" h="30165" extrusionOk="0">
                  <a:moveTo>
                    <a:pt x="1" y="1"/>
                  </a:moveTo>
                  <a:cubicBezTo>
                    <a:pt x="1" y="122"/>
                    <a:pt x="41" y="243"/>
                    <a:pt x="41" y="364"/>
                  </a:cubicBezTo>
                  <a:lnTo>
                    <a:pt x="29762" y="30084"/>
                  </a:lnTo>
                  <a:cubicBezTo>
                    <a:pt x="29883" y="30124"/>
                    <a:pt x="30004" y="30124"/>
                    <a:pt x="30124" y="30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13" name="Google Shape;713;p27"/>
            <p:cNvSpPr/>
            <p:nvPr/>
          </p:nvSpPr>
          <p:spPr>
            <a:xfrm>
              <a:off x="2684900" y="4462975"/>
              <a:ext cx="495025" cy="495025"/>
            </a:xfrm>
            <a:custGeom>
              <a:avLst/>
              <a:gdLst/>
              <a:ahLst/>
              <a:cxnLst/>
              <a:rect l="l" t="t" r="r" b="b"/>
              <a:pathLst>
                <a:path w="19801" h="19801" extrusionOk="0">
                  <a:moveTo>
                    <a:pt x="0" y="0"/>
                  </a:moveTo>
                  <a:cubicBezTo>
                    <a:pt x="81" y="161"/>
                    <a:pt x="161" y="323"/>
                    <a:pt x="242" y="484"/>
                  </a:cubicBezTo>
                  <a:lnTo>
                    <a:pt x="19316" y="19599"/>
                  </a:lnTo>
                  <a:cubicBezTo>
                    <a:pt x="19478" y="19639"/>
                    <a:pt x="19639" y="19720"/>
                    <a:pt x="19800" y="1980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714" name="Google Shape;714;p27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715" name="Google Shape;715;p27"/>
          <p:cNvSpPr txBox="1">
            <a:spLocks noGrp="1"/>
          </p:cNvSpPr>
          <p:nvPr>
            <p:ph type="subTitle" idx="1"/>
          </p:nvPr>
        </p:nvSpPr>
        <p:spPr>
          <a:xfrm>
            <a:off x="2236767" y="2349600"/>
            <a:ext cx="3604400" cy="11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16" name="Google Shape;716;p27"/>
          <p:cNvSpPr txBox="1">
            <a:spLocks noGrp="1"/>
          </p:cNvSpPr>
          <p:nvPr>
            <p:ph type="subTitle" idx="2"/>
          </p:nvPr>
        </p:nvSpPr>
        <p:spPr>
          <a:xfrm>
            <a:off x="7624333" y="2349600"/>
            <a:ext cx="3604400" cy="11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17" name="Google Shape;717;p27"/>
          <p:cNvSpPr txBox="1">
            <a:spLocks noGrp="1"/>
          </p:cNvSpPr>
          <p:nvPr>
            <p:ph type="subTitle" idx="3"/>
          </p:nvPr>
        </p:nvSpPr>
        <p:spPr>
          <a:xfrm>
            <a:off x="2236767" y="1948967"/>
            <a:ext cx="3604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18" name="Google Shape;718;p27"/>
          <p:cNvSpPr txBox="1">
            <a:spLocks noGrp="1"/>
          </p:cNvSpPr>
          <p:nvPr>
            <p:ph type="subTitle" idx="4"/>
          </p:nvPr>
        </p:nvSpPr>
        <p:spPr>
          <a:xfrm>
            <a:off x="7624355" y="1948967"/>
            <a:ext cx="3604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19" name="Google Shape;719;p27"/>
          <p:cNvSpPr txBox="1">
            <a:spLocks noGrp="1"/>
          </p:cNvSpPr>
          <p:nvPr>
            <p:ph type="subTitle" idx="5"/>
          </p:nvPr>
        </p:nvSpPr>
        <p:spPr>
          <a:xfrm>
            <a:off x="2236767" y="4604133"/>
            <a:ext cx="3604400" cy="11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20" name="Google Shape;720;p27"/>
          <p:cNvSpPr txBox="1">
            <a:spLocks noGrp="1"/>
          </p:cNvSpPr>
          <p:nvPr>
            <p:ph type="subTitle" idx="6"/>
          </p:nvPr>
        </p:nvSpPr>
        <p:spPr>
          <a:xfrm>
            <a:off x="7624333" y="4604133"/>
            <a:ext cx="3604400" cy="11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21" name="Google Shape;721;p27"/>
          <p:cNvSpPr txBox="1">
            <a:spLocks noGrp="1"/>
          </p:cNvSpPr>
          <p:nvPr>
            <p:ph type="subTitle" idx="7"/>
          </p:nvPr>
        </p:nvSpPr>
        <p:spPr>
          <a:xfrm>
            <a:off x="2236767" y="4203500"/>
            <a:ext cx="3604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22" name="Google Shape;722;p27"/>
          <p:cNvSpPr txBox="1">
            <a:spLocks noGrp="1"/>
          </p:cNvSpPr>
          <p:nvPr>
            <p:ph type="subTitle" idx="8"/>
          </p:nvPr>
        </p:nvSpPr>
        <p:spPr>
          <a:xfrm>
            <a:off x="7624355" y="4203500"/>
            <a:ext cx="3604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65600695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4" name="Google Shape;72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25" name="Google Shape;725;p28"/>
          <p:cNvGrpSpPr/>
          <p:nvPr/>
        </p:nvGrpSpPr>
        <p:grpSpPr>
          <a:xfrm>
            <a:off x="-790134" y="-2682700"/>
            <a:ext cx="13165811" cy="10140567"/>
            <a:chOff x="-592600" y="-2012025"/>
            <a:chExt cx="9874358" cy="7605425"/>
          </a:xfrm>
        </p:grpSpPr>
        <p:sp>
          <p:nvSpPr>
            <p:cNvPr id="726" name="Google Shape;726;p28"/>
            <p:cNvSpPr/>
            <p:nvPr/>
          </p:nvSpPr>
          <p:spPr>
            <a:xfrm rot="10799348">
              <a:off x="6119758" y="-182323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27" name="Google Shape;727;p28"/>
            <p:cNvGrpSpPr/>
            <p:nvPr/>
          </p:nvGrpSpPr>
          <p:grpSpPr>
            <a:xfrm>
              <a:off x="-592600" y="3497900"/>
              <a:ext cx="986125" cy="2095500"/>
              <a:chOff x="7631225" y="2241175"/>
              <a:chExt cx="986125" cy="2095500"/>
            </a:xfrm>
          </p:grpSpPr>
          <p:cxnSp>
            <p:nvCxnSpPr>
              <p:cNvPr id="728" name="Google Shape;728;p28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9" name="Google Shape;729;p28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0" name="Google Shape;730;p28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1" name="Google Shape;731;p28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2" name="Google Shape;732;p28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3" name="Google Shape;733;p28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4" name="Google Shape;734;p28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5" name="Google Shape;735;p28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6" name="Google Shape;736;p28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7" name="Google Shape;737;p28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8" name="Google Shape;738;p28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9" name="Google Shape;739;p28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0" name="Google Shape;740;p28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1" name="Google Shape;741;p28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742" name="Google Shape;742;p28"/>
            <p:cNvSpPr/>
            <p:nvPr/>
          </p:nvSpPr>
          <p:spPr>
            <a:xfrm rot="-5400000">
              <a:off x="3028700" y="-2012025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743" name="Google Shape;743;p28"/>
          <p:cNvGrpSpPr/>
          <p:nvPr/>
        </p:nvGrpSpPr>
        <p:grpSpPr>
          <a:xfrm>
            <a:off x="-7839" y="0"/>
            <a:ext cx="12743939" cy="6624600"/>
            <a:chOff x="-5879" y="0"/>
            <a:chExt cx="9557954" cy="4968450"/>
          </a:xfrm>
        </p:grpSpPr>
        <p:sp>
          <p:nvSpPr>
            <p:cNvPr id="744" name="Google Shape;744;p28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45" name="Google Shape;745;p28"/>
            <p:cNvSpPr/>
            <p:nvPr/>
          </p:nvSpPr>
          <p:spPr>
            <a:xfrm rot="10800000" flipH="1">
              <a:off x="-5879" y="0"/>
              <a:ext cx="544200" cy="15918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46" name="Google Shape;746;p28"/>
            <p:cNvSpPr/>
            <p:nvPr/>
          </p:nvSpPr>
          <p:spPr>
            <a:xfrm rot="10800000" flipH="1">
              <a:off x="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sp>
        <p:nvSpPr>
          <p:cNvPr id="747" name="Google Shape;747;p28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748" name="Google Shape;748;p28"/>
          <p:cNvSpPr txBox="1">
            <a:spLocks noGrp="1"/>
          </p:cNvSpPr>
          <p:nvPr>
            <p:ph type="subTitle" idx="1"/>
          </p:nvPr>
        </p:nvSpPr>
        <p:spPr>
          <a:xfrm>
            <a:off x="963167" y="2281483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49" name="Google Shape;749;p28"/>
          <p:cNvSpPr txBox="1">
            <a:spLocks noGrp="1"/>
          </p:cNvSpPr>
          <p:nvPr>
            <p:ph type="subTitle" idx="2"/>
          </p:nvPr>
        </p:nvSpPr>
        <p:spPr>
          <a:xfrm>
            <a:off x="4502821" y="2281483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0" name="Google Shape;750;p28"/>
          <p:cNvSpPr txBox="1">
            <a:spLocks noGrp="1"/>
          </p:cNvSpPr>
          <p:nvPr>
            <p:ph type="subTitle" idx="3"/>
          </p:nvPr>
        </p:nvSpPr>
        <p:spPr>
          <a:xfrm>
            <a:off x="963167" y="1880851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1" name="Google Shape;751;p28"/>
          <p:cNvSpPr txBox="1">
            <a:spLocks noGrp="1"/>
          </p:cNvSpPr>
          <p:nvPr>
            <p:ph type="subTitle" idx="4"/>
          </p:nvPr>
        </p:nvSpPr>
        <p:spPr>
          <a:xfrm>
            <a:off x="4502825" y="1880851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2" name="Google Shape;752;p28"/>
          <p:cNvSpPr txBox="1">
            <a:spLocks noGrp="1"/>
          </p:cNvSpPr>
          <p:nvPr>
            <p:ph type="subTitle" idx="5"/>
          </p:nvPr>
        </p:nvSpPr>
        <p:spPr>
          <a:xfrm>
            <a:off x="8042499" y="2281483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3" name="Google Shape;753;p28"/>
          <p:cNvSpPr txBox="1">
            <a:spLocks noGrp="1"/>
          </p:cNvSpPr>
          <p:nvPr>
            <p:ph type="subTitle" idx="6"/>
          </p:nvPr>
        </p:nvSpPr>
        <p:spPr>
          <a:xfrm>
            <a:off x="8042495" y="1880851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4" name="Google Shape;754;p28"/>
          <p:cNvSpPr txBox="1">
            <a:spLocks noGrp="1"/>
          </p:cNvSpPr>
          <p:nvPr>
            <p:ph type="subTitle" idx="7"/>
          </p:nvPr>
        </p:nvSpPr>
        <p:spPr>
          <a:xfrm>
            <a:off x="963167" y="4527300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5" name="Google Shape;755;p28"/>
          <p:cNvSpPr txBox="1">
            <a:spLocks noGrp="1"/>
          </p:cNvSpPr>
          <p:nvPr>
            <p:ph type="subTitle" idx="8"/>
          </p:nvPr>
        </p:nvSpPr>
        <p:spPr>
          <a:xfrm>
            <a:off x="4502821" y="4527300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6" name="Google Shape;756;p28"/>
          <p:cNvSpPr txBox="1">
            <a:spLocks noGrp="1"/>
          </p:cNvSpPr>
          <p:nvPr>
            <p:ph type="subTitle" idx="9"/>
          </p:nvPr>
        </p:nvSpPr>
        <p:spPr>
          <a:xfrm>
            <a:off x="963167" y="4126667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7" name="Google Shape;757;p28"/>
          <p:cNvSpPr txBox="1">
            <a:spLocks noGrp="1"/>
          </p:cNvSpPr>
          <p:nvPr>
            <p:ph type="subTitle" idx="13"/>
          </p:nvPr>
        </p:nvSpPr>
        <p:spPr>
          <a:xfrm>
            <a:off x="4502825" y="4126667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8" name="Google Shape;758;p28"/>
          <p:cNvSpPr txBox="1">
            <a:spLocks noGrp="1"/>
          </p:cNvSpPr>
          <p:nvPr>
            <p:ph type="subTitle" idx="14"/>
          </p:nvPr>
        </p:nvSpPr>
        <p:spPr>
          <a:xfrm>
            <a:off x="8042499" y="4527300"/>
            <a:ext cx="3186400" cy="11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59" name="Google Shape;759;p28"/>
          <p:cNvSpPr txBox="1">
            <a:spLocks noGrp="1"/>
          </p:cNvSpPr>
          <p:nvPr>
            <p:ph type="subTitle" idx="15"/>
          </p:nvPr>
        </p:nvSpPr>
        <p:spPr>
          <a:xfrm>
            <a:off x="8042495" y="4126667"/>
            <a:ext cx="3186400" cy="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sz="2667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Font typeface="Montserrat"/>
              <a:buNone/>
              <a:defRPr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2930102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1" name="Google Shape;761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62" name="Google Shape;762;p29"/>
          <p:cNvGrpSpPr/>
          <p:nvPr/>
        </p:nvGrpSpPr>
        <p:grpSpPr>
          <a:xfrm>
            <a:off x="-543361" y="-467"/>
            <a:ext cx="12754505" cy="6876872"/>
            <a:chOff x="-407521" y="-350"/>
            <a:chExt cx="9565879" cy="5157654"/>
          </a:xfrm>
        </p:grpSpPr>
        <p:sp>
          <p:nvSpPr>
            <p:cNvPr id="763" name="Google Shape;763;p29"/>
            <p:cNvSpPr/>
            <p:nvPr/>
          </p:nvSpPr>
          <p:spPr>
            <a:xfrm rot="-10799427">
              <a:off x="5535475" y="-50"/>
              <a:ext cx="3600600" cy="8007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64" name="Google Shape;764;p29"/>
            <p:cNvSpPr/>
            <p:nvPr/>
          </p:nvSpPr>
          <p:spPr>
            <a:xfrm flipH="1">
              <a:off x="8422154" y="0"/>
              <a:ext cx="7224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65" name="Google Shape;765;p29"/>
            <p:cNvSpPr/>
            <p:nvPr/>
          </p:nvSpPr>
          <p:spPr>
            <a:xfrm flipH="1">
              <a:off x="6894859" y="4843504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766" name="Google Shape;766;p29"/>
            <p:cNvSpPr/>
            <p:nvPr/>
          </p:nvSpPr>
          <p:spPr>
            <a:xfrm flipH="1">
              <a:off x="-407521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767" name="Google Shape;767;p29"/>
          <p:cNvGrpSpPr/>
          <p:nvPr/>
        </p:nvGrpSpPr>
        <p:grpSpPr>
          <a:xfrm>
            <a:off x="-1550543" y="-95467"/>
            <a:ext cx="15997367" cy="6234117"/>
            <a:chOff x="-1162908" y="-71600"/>
            <a:chExt cx="11998025" cy="4675588"/>
          </a:xfrm>
        </p:grpSpPr>
        <p:sp>
          <p:nvSpPr>
            <p:cNvPr id="768" name="Google Shape;768;p29"/>
            <p:cNvSpPr/>
            <p:nvPr/>
          </p:nvSpPr>
          <p:spPr>
            <a:xfrm rot="10800000" flipH="1">
              <a:off x="-154596" y="-71600"/>
              <a:ext cx="3162000" cy="611100"/>
            </a:xfrm>
            <a:prstGeom prst="round1Rect">
              <a:avLst>
                <a:gd name="adj" fmla="val 16667"/>
              </a:avLst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grpSp>
          <p:nvGrpSpPr>
            <p:cNvPr id="769" name="Google Shape;769;p29"/>
            <p:cNvGrpSpPr/>
            <p:nvPr/>
          </p:nvGrpSpPr>
          <p:grpSpPr>
            <a:xfrm flipH="1">
              <a:off x="-1162908" y="1349063"/>
              <a:ext cx="1885275" cy="1884250"/>
              <a:chOff x="2609275" y="3149350"/>
              <a:chExt cx="1885275" cy="1884250"/>
            </a:xfrm>
          </p:grpSpPr>
          <p:sp>
            <p:nvSpPr>
              <p:cNvPr id="770" name="Google Shape;770;p29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1" name="Google Shape;771;p29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2" name="Google Shape;772;p29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3" name="Google Shape;773;p29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4" name="Google Shape;774;p29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5" name="Google Shape;775;p29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6" name="Google Shape;776;p29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7" name="Google Shape;777;p29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8" name="Google Shape;778;p29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79" name="Google Shape;779;p29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0" name="Google Shape;780;p29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1" name="Google Shape;781;p29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2" name="Google Shape;782;p29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3" name="Google Shape;783;p29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4" name="Google Shape;784;p29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5" name="Google Shape;785;p29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6" name="Google Shape;786;p29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7" name="Google Shape;787;p29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788" name="Google Shape;788;p29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789" name="Google Shape;789;p29"/>
            <p:cNvSpPr/>
            <p:nvPr/>
          </p:nvSpPr>
          <p:spPr>
            <a:xfrm rot="10800000" flipH="1">
              <a:off x="8509292" y="2278163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790" name="Google Shape;790;p29"/>
          <p:cNvSpPr txBox="1">
            <a:spLocks noGrp="1"/>
          </p:cNvSpPr>
          <p:nvPr>
            <p:ph type="subTitle" idx="1"/>
          </p:nvPr>
        </p:nvSpPr>
        <p:spPr>
          <a:xfrm>
            <a:off x="963167" y="1697100"/>
            <a:ext cx="5327600" cy="4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91" name="Google Shape;791;p29"/>
          <p:cNvSpPr txBox="1">
            <a:spLocks noGrp="1"/>
          </p:cNvSpPr>
          <p:nvPr>
            <p:ph type="title" hasCustomPrompt="1"/>
          </p:nvPr>
        </p:nvSpPr>
        <p:spPr>
          <a:xfrm>
            <a:off x="963467" y="947967"/>
            <a:ext cx="53276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92" name="Google Shape;792;p29"/>
          <p:cNvSpPr txBox="1">
            <a:spLocks noGrp="1"/>
          </p:cNvSpPr>
          <p:nvPr>
            <p:ph type="subTitle" idx="2"/>
          </p:nvPr>
        </p:nvSpPr>
        <p:spPr>
          <a:xfrm>
            <a:off x="3432200" y="3563767"/>
            <a:ext cx="5327600" cy="4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93" name="Google Shape;793;p29"/>
          <p:cNvSpPr txBox="1">
            <a:spLocks noGrp="1"/>
          </p:cNvSpPr>
          <p:nvPr>
            <p:ph type="title" idx="3" hasCustomPrompt="1"/>
          </p:nvPr>
        </p:nvSpPr>
        <p:spPr>
          <a:xfrm>
            <a:off x="3432500" y="2814567"/>
            <a:ext cx="53276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94" name="Google Shape;794;p29"/>
          <p:cNvSpPr txBox="1">
            <a:spLocks noGrp="1"/>
          </p:cNvSpPr>
          <p:nvPr>
            <p:ph type="subTitle" idx="4"/>
          </p:nvPr>
        </p:nvSpPr>
        <p:spPr>
          <a:xfrm>
            <a:off x="5900933" y="5430433"/>
            <a:ext cx="5327600" cy="4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795" name="Google Shape;795;p29"/>
          <p:cNvSpPr txBox="1">
            <a:spLocks noGrp="1"/>
          </p:cNvSpPr>
          <p:nvPr>
            <p:ph type="title" idx="5" hasCustomPrompt="1"/>
          </p:nvPr>
        </p:nvSpPr>
        <p:spPr>
          <a:xfrm>
            <a:off x="5901233" y="4681233"/>
            <a:ext cx="53276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06437367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7" name="Google Shape;797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98" name="Google Shape;798;p30"/>
          <p:cNvGrpSpPr/>
          <p:nvPr/>
        </p:nvGrpSpPr>
        <p:grpSpPr>
          <a:xfrm>
            <a:off x="1" y="0"/>
            <a:ext cx="12736100" cy="6858000"/>
            <a:chOff x="0" y="0"/>
            <a:chExt cx="9552075" cy="5143500"/>
          </a:xfrm>
        </p:grpSpPr>
        <p:sp>
          <p:nvSpPr>
            <p:cNvPr id="799" name="Google Shape;799;p30"/>
            <p:cNvSpPr/>
            <p:nvPr/>
          </p:nvSpPr>
          <p:spPr>
            <a:xfrm>
              <a:off x="0" y="0"/>
              <a:ext cx="480300" cy="18714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00" name="Google Shape;800;p30"/>
            <p:cNvSpPr/>
            <p:nvPr/>
          </p:nvSpPr>
          <p:spPr>
            <a:xfrm flipH="1">
              <a:off x="8663700" y="3576600"/>
              <a:ext cx="480300" cy="15669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01" name="Google Shape;801;p30"/>
            <p:cNvSpPr/>
            <p:nvPr/>
          </p:nvSpPr>
          <p:spPr>
            <a:xfrm rot="10800000" flipH="1">
              <a:off x="0" y="0"/>
              <a:ext cx="2263500" cy="3138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02" name="Google Shape;802;p30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03" name="Google Shape;803;p30"/>
          <p:cNvGrpSpPr/>
          <p:nvPr/>
        </p:nvGrpSpPr>
        <p:grpSpPr>
          <a:xfrm>
            <a:off x="-674449" y="-1951950"/>
            <a:ext cx="8976133" cy="8715651"/>
            <a:chOff x="-505837" y="-1463962"/>
            <a:chExt cx="6732100" cy="6536738"/>
          </a:xfrm>
        </p:grpSpPr>
        <p:grpSp>
          <p:nvGrpSpPr>
            <p:cNvPr id="804" name="Google Shape;804;p30"/>
            <p:cNvGrpSpPr/>
            <p:nvPr/>
          </p:nvGrpSpPr>
          <p:grpSpPr>
            <a:xfrm>
              <a:off x="4340988" y="-1463962"/>
              <a:ext cx="1885275" cy="1884250"/>
              <a:chOff x="2609275" y="3149350"/>
              <a:chExt cx="1885275" cy="1884250"/>
            </a:xfrm>
          </p:grpSpPr>
          <p:sp>
            <p:nvSpPr>
              <p:cNvPr id="805" name="Google Shape;805;p30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06" name="Google Shape;806;p30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07" name="Google Shape;807;p30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08" name="Google Shape;808;p30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09" name="Google Shape;809;p30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0" name="Google Shape;810;p30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1" name="Google Shape;811;p30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2" name="Google Shape;812;p30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3" name="Google Shape;813;p30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4" name="Google Shape;814;p30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5" name="Google Shape;815;p30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6" name="Google Shape;816;p30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7" name="Google Shape;817;p30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8" name="Google Shape;818;p30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19" name="Google Shape;819;p30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20" name="Google Shape;820;p30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21" name="Google Shape;821;p30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22" name="Google Shape;822;p30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23" name="Google Shape;823;p30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824" name="Google Shape;824;p30"/>
            <p:cNvGrpSpPr/>
            <p:nvPr/>
          </p:nvGrpSpPr>
          <p:grpSpPr>
            <a:xfrm>
              <a:off x="-505837" y="2977275"/>
              <a:ext cx="986125" cy="2095500"/>
              <a:chOff x="7631225" y="2241175"/>
              <a:chExt cx="986125" cy="2095500"/>
            </a:xfrm>
          </p:grpSpPr>
          <p:cxnSp>
            <p:nvCxnSpPr>
              <p:cNvPr id="825" name="Google Shape;825;p30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30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30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30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30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30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30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30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30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30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30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6" name="Google Shape;836;p30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7" name="Google Shape;837;p30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30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39" name="Google Shape;839;p30"/>
          <p:cNvSpPr txBox="1">
            <a:spLocks noGrp="1"/>
          </p:cNvSpPr>
          <p:nvPr>
            <p:ph type="subTitle" idx="1"/>
          </p:nvPr>
        </p:nvSpPr>
        <p:spPr>
          <a:xfrm>
            <a:off x="963167" y="2548500"/>
            <a:ext cx="3266000" cy="8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40" name="Google Shape;840;p30"/>
          <p:cNvSpPr txBox="1">
            <a:spLocks noGrp="1"/>
          </p:cNvSpPr>
          <p:nvPr>
            <p:ph type="title" hasCustomPrompt="1"/>
          </p:nvPr>
        </p:nvSpPr>
        <p:spPr>
          <a:xfrm>
            <a:off x="963351" y="1799367"/>
            <a:ext cx="32660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1" name="Google Shape;841;p30"/>
          <p:cNvSpPr txBox="1">
            <a:spLocks noGrp="1"/>
          </p:cNvSpPr>
          <p:nvPr>
            <p:ph type="subTitle" idx="2"/>
          </p:nvPr>
        </p:nvSpPr>
        <p:spPr>
          <a:xfrm>
            <a:off x="4462832" y="2548500"/>
            <a:ext cx="3266000" cy="8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42" name="Google Shape;842;p30"/>
          <p:cNvSpPr txBox="1">
            <a:spLocks noGrp="1"/>
          </p:cNvSpPr>
          <p:nvPr>
            <p:ph type="title" idx="3" hasCustomPrompt="1"/>
          </p:nvPr>
        </p:nvSpPr>
        <p:spPr>
          <a:xfrm>
            <a:off x="4463013" y="1799367"/>
            <a:ext cx="32660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3" name="Google Shape;843;p30"/>
          <p:cNvSpPr txBox="1">
            <a:spLocks noGrp="1"/>
          </p:cNvSpPr>
          <p:nvPr>
            <p:ph type="subTitle" idx="4"/>
          </p:nvPr>
        </p:nvSpPr>
        <p:spPr>
          <a:xfrm>
            <a:off x="7962497" y="2548500"/>
            <a:ext cx="3266000" cy="8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44" name="Google Shape;844;p30"/>
          <p:cNvSpPr txBox="1">
            <a:spLocks noGrp="1"/>
          </p:cNvSpPr>
          <p:nvPr>
            <p:ph type="title" idx="5" hasCustomPrompt="1"/>
          </p:nvPr>
        </p:nvSpPr>
        <p:spPr>
          <a:xfrm>
            <a:off x="7962676" y="1799367"/>
            <a:ext cx="32660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5" name="Google Shape;845;p30"/>
          <p:cNvSpPr txBox="1">
            <a:spLocks noGrp="1"/>
          </p:cNvSpPr>
          <p:nvPr>
            <p:ph type="subTitle" idx="6"/>
          </p:nvPr>
        </p:nvSpPr>
        <p:spPr>
          <a:xfrm>
            <a:off x="2713067" y="4943067"/>
            <a:ext cx="3266000" cy="8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46" name="Google Shape;846;p30"/>
          <p:cNvSpPr txBox="1">
            <a:spLocks noGrp="1"/>
          </p:cNvSpPr>
          <p:nvPr>
            <p:ph type="title" idx="7" hasCustomPrompt="1"/>
          </p:nvPr>
        </p:nvSpPr>
        <p:spPr>
          <a:xfrm>
            <a:off x="2713263" y="4193933"/>
            <a:ext cx="32660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7" name="Google Shape;847;p30"/>
          <p:cNvSpPr txBox="1">
            <a:spLocks noGrp="1"/>
          </p:cNvSpPr>
          <p:nvPr>
            <p:ph type="subTitle" idx="8"/>
          </p:nvPr>
        </p:nvSpPr>
        <p:spPr>
          <a:xfrm>
            <a:off x="6212732" y="4943067"/>
            <a:ext cx="3266000" cy="8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48" name="Google Shape;848;p30"/>
          <p:cNvSpPr txBox="1">
            <a:spLocks noGrp="1"/>
          </p:cNvSpPr>
          <p:nvPr>
            <p:ph type="title" idx="9" hasCustomPrompt="1"/>
          </p:nvPr>
        </p:nvSpPr>
        <p:spPr>
          <a:xfrm>
            <a:off x="6212925" y="4193933"/>
            <a:ext cx="3266000" cy="8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49" name="Google Shape;849;p30"/>
          <p:cNvSpPr txBox="1">
            <a:spLocks noGrp="1"/>
          </p:cNvSpPr>
          <p:nvPr>
            <p:ph type="title" idx="13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3">
                <a:solidFill>
                  <a:schemeClr val="dk1"/>
                </a:solidFill>
              </a:defRPr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90922552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1" name="Google Shape;851;p31"/>
          <p:cNvGrpSpPr/>
          <p:nvPr/>
        </p:nvGrpSpPr>
        <p:grpSpPr>
          <a:xfrm>
            <a:off x="1067950" y="-2238133"/>
            <a:ext cx="12553051" cy="6191084"/>
            <a:chOff x="800963" y="-1678600"/>
            <a:chExt cx="9414788" cy="4643313"/>
          </a:xfrm>
        </p:grpSpPr>
        <p:grpSp>
          <p:nvGrpSpPr>
            <p:cNvPr id="852" name="Google Shape;852;p31"/>
            <p:cNvGrpSpPr/>
            <p:nvPr/>
          </p:nvGrpSpPr>
          <p:grpSpPr>
            <a:xfrm flipH="1">
              <a:off x="8330475" y="1080463"/>
              <a:ext cx="1885275" cy="1884250"/>
              <a:chOff x="2609275" y="3149350"/>
              <a:chExt cx="1885275" cy="1884250"/>
            </a:xfrm>
          </p:grpSpPr>
          <p:sp>
            <p:nvSpPr>
              <p:cNvPr id="853" name="Google Shape;853;p31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4" name="Google Shape;854;p31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5" name="Google Shape;855;p31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6" name="Google Shape;856;p31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7" name="Google Shape;857;p31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8" name="Google Shape;858;p31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59" name="Google Shape;859;p31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0" name="Google Shape;860;p31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1" name="Google Shape;861;p31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2" name="Google Shape;862;p31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3" name="Google Shape;863;p31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4" name="Google Shape;864;p31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5" name="Google Shape;865;p31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6" name="Google Shape;866;p31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7" name="Google Shape;867;p31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8" name="Google Shape;868;p31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69" name="Google Shape;869;p31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70" name="Google Shape;870;p31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71" name="Google Shape;871;p31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872" name="Google Shape;872;p31"/>
            <p:cNvSpPr/>
            <p:nvPr/>
          </p:nvSpPr>
          <p:spPr>
            <a:xfrm rot="5400000" flipH="1">
              <a:off x="800963" y="-1678600"/>
              <a:ext cx="2325825" cy="2325825"/>
            </a:xfrm>
            <a:custGeom>
              <a:avLst/>
              <a:gdLst/>
              <a:ahLst/>
              <a:cxnLst/>
              <a:rect l="l" t="t" r="r" b="b"/>
              <a:pathLst>
                <a:path w="93033" h="93033" extrusionOk="0">
                  <a:moveTo>
                    <a:pt x="89685" y="61054"/>
                  </a:moveTo>
                  <a:lnTo>
                    <a:pt x="89685" y="63796"/>
                  </a:lnTo>
                  <a:lnTo>
                    <a:pt x="89927" y="63150"/>
                  </a:lnTo>
                  <a:lnTo>
                    <a:pt x="89927" y="61054"/>
                  </a:lnTo>
                  <a:lnTo>
                    <a:pt x="90693" y="61054"/>
                  </a:lnTo>
                  <a:cubicBezTo>
                    <a:pt x="90733" y="60973"/>
                    <a:pt x="90733" y="60892"/>
                    <a:pt x="90774" y="60812"/>
                  </a:cubicBezTo>
                  <a:lnTo>
                    <a:pt x="89927" y="60812"/>
                  </a:lnTo>
                  <a:lnTo>
                    <a:pt x="89927" y="56255"/>
                  </a:lnTo>
                  <a:lnTo>
                    <a:pt x="91984" y="56255"/>
                  </a:lnTo>
                  <a:cubicBezTo>
                    <a:pt x="92024" y="56174"/>
                    <a:pt x="92024" y="56093"/>
                    <a:pt x="92064" y="56013"/>
                  </a:cubicBezTo>
                  <a:lnTo>
                    <a:pt x="89927" y="56013"/>
                  </a:lnTo>
                  <a:lnTo>
                    <a:pt x="89927" y="51456"/>
                  </a:lnTo>
                  <a:lnTo>
                    <a:pt x="92750" y="51456"/>
                  </a:lnTo>
                  <a:cubicBezTo>
                    <a:pt x="92750" y="51375"/>
                    <a:pt x="92790" y="51295"/>
                    <a:pt x="92790" y="51174"/>
                  </a:cubicBezTo>
                  <a:lnTo>
                    <a:pt x="89927" y="51174"/>
                  </a:lnTo>
                  <a:lnTo>
                    <a:pt x="89927" y="46617"/>
                  </a:lnTo>
                  <a:lnTo>
                    <a:pt x="93032" y="46617"/>
                  </a:lnTo>
                  <a:lnTo>
                    <a:pt x="93032" y="46496"/>
                  </a:lnTo>
                  <a:lnTo>
                    <a:pt x="93032" y="46375"/>
                  </a:lnTo>
                  <a:lnTo>
                    <a:pt x="89927" y="46375"/>
                  </a:lnTo>
                  <a:lnTo>
                    <a:pt x="89927" y="41818"/>
                  </a:lnTo>
                  <a:lnTo>
                    <a:pt x="92790" y="41818"/>
                  </a:lnTo>
                  <a:cubicBezTo>
                    <a:pt x="92790" y="41737"/>
                    <a:pt x="92750" y="41657"/>
                    <a:pt x="92750" y="41576"/>
                  </a:cubicBezTo>
                  <a:lnTo>
                    <a:pt x="89927" y="41576"/>
                  </a:lnTo>
                  <a:lnTo>
                    <a:pt x="89927" y="36979"/>
                  </a:lnTo>
                  <a:lnTo>
                    <a:pt x="92064" y="36979"/>
                  </a:lnTo>
                  <a:cubicBezTo>
                    <a:pt x="92024" y="36898"/>
                    <a:pt x="92024" y="36818"/>
                    <a:pt x="91984" y="36737"/>
                  </a:cubicBezTo>
                  <a:lnTo>
                    <a:pt x="89927" y="36737"/>
                  </a:lnTo>
                  <a:lnTo>
                    <a:pt x="89927" y="32180"/>
                  </a:lnTo>
                  <a:lnTo>
                    <a:pt x="90774" y="32180"/>
                  </a:lnTo>
                  <a:cubicBezTo>
                    <a:pt x="90733" y="32099"/>
                    <a:pt x="90733" y="32019"/>
                    <a:pt x="90693" y="31938"/>
                  </a:cubicBezTo>
                  <a:lnTo>
                    <a:pt x="89927" y="31938"/>
                  </a:lnTo>
                  <a:lnTo>
                    <a:pt x="89927" y="29841"/>
                  </a:lnTo>
                  <a:lnTo>
                    <a:pt x="89685" y="29196"/>
                  </a:lnTo>
                  <a:lnTo>
                    <a:pt x="89685" y="31938"/>
                  </a:lnTo>
                  <a:lnTo>
                    <a:pt x="85128" y="31938"/>
                  </a:lnTo>
                  <a:lnTo>
                    <a:pt x="85128" y="27381"/>
                  </a:lnTo>
                  <a:lnTo>
                    <a:pt x="88919" y="27381"/>
                  </a:lnTo>
                  <a:cubicBezTo>
                    <a:pt x="88879" y="27301"/>
                    <a:pt x="88838" y="27220"/>
                    <a:pt x="88798" y="27139"/>
                  </a:cubicBezTo>
                  <a:lnTo>
                    <a:pt x="85128" y="27139"/>
                  </a:lnTo>
                  <a:lnTo>
                    <a:pt x="85128" y="22542"/>
                  </a:lnTo>
                  <a:lnTo>
                    <a:pt x="86378" y="22542"/>
                  </a:lnTo>
                  <a:cubicBezTo>
                    <a:pt x="86338" y="22462"/>
                    <a:pt x="86298" y="22381"/>
                    <a:pt x="86257" y="22300"/>
                  </a:cubicBezTo>
                  <a:lnTo>
                    <a:pt x="85128" y="22300"/>
                  </a:lnTo>
                  <a:lnTo>
                    <a:pt x="85128" y="20566"/>
                  </a:lnTo>
                  <a:cubicBezTo>
                    <a:pt x="85048" y="20445"/>
                    <a:pt x="84967" y="20324"/>
                    <a:pt x="84886" y="20203"/>
                  </a:cubicBezTo>
                  <a:lnTo>
                    <a:pt x="84886" y="22300"/>
                  </a:lnTo>
                  <a:lnTo>
                    <a:pt x="80329" y="22300"/>
                  </a:lnTo>
                  <a:lnTo>
                    <a:pt x="80329" y="17743"/>
                  </a:lnTo>
                  <a:lnTo>
                    <a:pt x="83072" y="17743"/>
                  </a:lnTo>
                  <a:lnTo>
                    <a:pt x="82870" y="17501"/>
                  </a:lnTo>
                  <a:lnTo>
                    <a:pt x="80329" y="17501"/>
                  </a:lnTo>
                  <a:lnTo>
                    <a:pt x="80329" y="14558"/>
                  </a:lnTo>
                  <a:lnTo>
                    <a:pt x="80087" y="14316"/>
                  </a:lnTo>
                  <a:lnTo>
                    <a:pt x="80087" y="17501"/>
                  </a:lnTo>
                  <a:lnTo>
                    <a:pt x="75490" y="17501"/>
                  </a:lnTo>
                  <a:lnTo>
                    <a:pt x="75490" y="12945"/>
                  </a:lnTo>
                  <a:lnTo>
                    <a:pt x="78716" y="12945"/>
                  </a:lnTo>
                  <a:lnTo>
                    <a:pt x="78434" y="12703"/>
                  </a:lnTo>
                  <a:lnTo>
                    <a:pt x="75490" y="12703"/>
                  </a:lnTo>
                  <a:lnTo>
                    <a:pt x="75490" y="10122"/>
                  </a:lnTo>
                  <a:lnTo>
                    <a:pt x="75248" y="9920"/>
                  </a:lnTo>
                  <a:lnTo>
                    <a:pt x="75248" y="12703"/>
                  </a:lnTo>
                  <a:lnTo>
                    <a:pt x="70691" y="12703"/>
                  </a:lnTo>
                  <a:lnTo>
                    <a:pt x="70691" y="8106"/>
                  </a:lnTo>
                  <a:lnTo>
                    <a:pt x="72788" y="8106"/>
                  </a:lnTo>
                  <a:cubicBezTo>
                    <a:pt x="72667" y="8025"/>
                    <a:pt x="72546" y="7944"/>
                    <a:pt x="72425" y="7864"/>
                  </a:cubicBezTo>
                  <a:lnTo>
                    <a:pt x="70691" y="7864"/>
                  </a:lnTo>
                  <a:lnTo>
                    <a:pt x="70691" y="6775"/>
                  </a:lnTo>
                  <a:cubicBezTo>
                    <a:pt x="70611" y="6694"/>
                    <a:pt x="70530" y="6654"/>
                    <a:pt x="70450" y="6613"/>
                  </a:cubicBezTo>
                  <a:lnTo>
                    <a:pt x="70450" y="7864"/>
                  </a:lnTo>
                  <a:lnTo>
                    <a:pt x="65893" y="7864"/>
                  </a:lnTo>
                  <a:lnTo>
                    <a:pt x="65893" y="4194"/>
                  </a:lnTo>
                  <a:cubicBezTo>
                    <a:pt x="65812" y="4154"/>
                    <a:pt x="65731" y="4113"/>
                    <a:pt x="65651" y="4073"/>
                  </a:cubicBezTo>
                  <a:lnTo>
                    <a:pt x="65651" y="7864"/>
                  </a:lnTo>
                  <a:lnTo>
                    <a:pt x="61054" y="7864"/>
                  </a:lnTo>
                  <a:lnTo>
                    <a:pt x="61054" y="3307"/>
                  </a:lnTo>
                  <a:lnTo>
                    <a:pt x="63796" y="3307"/>
                  </a:lnTo>
                  <a:lnTo>
                    <a:pt x="63191" y="3065"/>
                  </a:lnTo>
                  <a:lnTo>
                    <a:pt x="61054" y="3065"/>
                  </a:lnTo>
                  <a:lnTo>
                    <a:pt x="61054" y="2339"/>
                  </a:lnTo>
                  <a:cubicBezTo>
                    <a:pt x="60973" y="2299"/>
                    <a:pt x="60892" y="2258"/>
                    <a:pt x="60812" y="2258"/>
                  </a:cubicBezTo>
                  <a:lnTo>
                    <a:pt x="60812" y="3065"/>
                  </a:lnTo>
                  <a:lnTo>
                    <a:pt x="56255" y="3065"/>
                  </a:lnTo>
                  <a:lnTo>
                    <a:pt x="56255" y="1048"/>
                  </a:lnTo>
                  <a:cubicBezTo>
                    <a:pt x="56174" y="1008"/>
                    <a:pt x="56093" y="1008"/>
                    <a:pt x="56013" y="968"/>
                  </a:cubicBezTo>
                  <a:lnTo>
                    <a:pt x="56013" y="3065"/>
                  </a:lnTo>
                  <a:lnTo>
                    <a:pt x="51456" y="3065"/>
                  </a:lnTo>
                  <a:lnTo>
                    <a:pt x="51456" y="282"/>
                  </a:lnTo>
                  <a:cubicBezTo>
                    <a:pt x="51375" y="242"/>
                    <a:pt x="51295" y="242"/>
                    <a:pt x="51214" y="242"/>
                  </a:cubicBezTo>
                  <a:lnTo>
                    <a:pt x="51214" y="3065"/>
                  </a:lnTo>
                  <a:lnTo>
                    <a:pt x="46617" y="3065"/>
                  </a:lnTo>
                  <a:lnTo>
                    <a:pt x="46617" y="0"/>
                  </a:lnTo>
                  <a:lnTo>
                    <a:pt x="46496" y="0"/>
                  </a:lnTo>
                  <a:lnTo>
                    <a:pt x="46375" y="0"/>
                  </a:lnTo>
                  <a:lnTo>
                    <a:pt x="46375" y="3065"/>
                  </a:lnTo>
                  <a:lnTo>
                    <a:pt x="41818" y="3065"/>
                  </a:lnTo>
                  <a:lnTo>
                    <a:pt x="41818" y="242"/>
                  </a:lnTo>
                  <a:cubicBezTo>
                    <a:pt x="41737" y="242"/>
                    <a:pt x="41657" y="242"/>
                    <a:pt x="41576" y="242"/>
                  </a:cubicBezTo>
                  <a:lnTo>
                    <a:pt x="41576" y="3065"/>
                  </a:lnTo>
                  <a:lnTo>
                    <a:pt x="37019" y="3065"/>
                  </a:lnTo>
                  <a:lnTo>
                    <a:pt x="37019" y="968"/>
                  </a:lnTo>
                  <a:cubicBezTo>
                    <a:pt x="36939" y="1008"/>
                    <a:pt x="36858" y="1008"/>
                    <a:pt x="36777" y="1008"/>
                  </a:cubicBezTo>
                  <a:lnTo>
                    <a:pt x="36777" y="3065"/>
                  </a:lnTo>
                  <a:lnTo>
                    <a:pt x="32180" y="3065"/>
                  </a:lnTo>
                  <a:lnTo>
                    <a:pt x="32180" y="2258"/>
                  </a:lnTo>
                  <a:cubicBezTo>
                    <a:pt x="32099" y="2258"/>
                    <a:pt x="32019" y="2299"/>
                    <a:pt x="31938" y="2339"/>
                  </a:cubicBezTo>
                  <a:lnTo>
                    <a:pt x="31938" y="3065"/>
                  </a:lnTo>
                  <a:lnTo>
                    <a:pt x="29841" y="3065"/>
                  </a:lnTo>
                  <a:lnTo>
                    <a:pt x="29236" y="3307"/>
                  </a:lnTo>
                  <a:lnTo>
                    <a:pt x="31938" y="3307"/>
                  </a:lnTo>
                  <a:lnTo>
                    <a:pt x="31938" y="7904"/>
                  </a:lnTo>
                  <a:lnTo>
                    <a:pt x="27381" y="7904"/>
                  </a:lnTo>
                  <a:lnTo>
                    <a:pt x="27381" y="4113"/>
                  </a:lnTo>
                  <a:cubicBezTo>
                    <a:pt x="27301" y="4154"/>
                    <a:pt x="27220" y="4194"/>
                    <a:pt x="27139" y="4234"/>
                  </a:cubicBezTo>
                  <a:lnTo>
                    <a:pt x="27139" y="7904"/>
                  </a:lnTo>
                  <a:lnTo>
                    <a:pt x="22542" y="7904"/>
                  </a:lnTo>
                  <a:lnTo>
                    <a:pt x="22542" y="6613"/>
                  </a:lnTo>
                  <a:cubicBezTo>
                    <a:pt x="22462" y="6694"/>
                    <a:pt x="22381" y="6734"/>
                    <a:pt x="22300" y="6775"/>
                  </a:cubicBezTo>
                  <a:lnTo>
                    <a:pt x="22300" y="7904"/>
                  </a:lnTo>
                  <a:lnTo>
                    <a:pt x="20566" y="7904"/>
                  </a:lnTo>
                  <a:cubicBezTo>
                    <a:pt x="20445" y="7985"/>
                    <a:pt x="20324" y="8065"/>
                    <a:pt x="20203" y="8146"/>
                  </a:cubicBezTo>
                  <a:lnTo>
                    <a:pt x="22300" y="8146"/>
                  </a:lnTo>
                  <a:lnTo>
                    <a:pt x="22300" y="12703"/>
                  </a:lnTo>
                  <a:lnTo>
                    <a:pt x="17743" y="12703"/>
                  </a:lnTo>
                  <a:lnTo>
                    <a:pt x="17743" y="9961"/>
                  </a:lnTo>
                  <a:lnTo>
                    <a:pt x="17501" y="10162"/>
                  </a:lnTo>
                  <a:lnTo>
                    <a:pt x="17501" y="12703"/>
                  </a:lnTo>
                  <a:lnTo>
                    <a:pt x="14558" y="12703"/>
                  </a:lnTo>
                  <a:lnTo>
                    <a:pt x="14316" y="12945"/>
                  </a:lnTo>
                  <a:lnTo>
                    <a:pt x="17501" y="12945"/>
                  </a:lnTo>
                  <a:lnTo>
                    <a:pt x="17501" y="17542"/>
                  </a:lnTo>
                  <a:lnTo>
                    <a:pt x="12945" y="17542"/>
                  </a:lnTo>
                  <a:lnTo>
                    <a:pt x="12945" y="14316"/>
                  </a:lnTo>
                  <a:lnTo>
                    <a:pt x="12703" y="14598"/>
                  </a:lnTo>
                  <a:lnTo>
                    <a:pt x="12703" y="17542"/>
                  </a:lnTo>
                  <a:lnTo>
                    <a:pt x="10122" y="17542"/>
                  </a:lnTo>
                  <a:lnTo>
                    <a:pt x="9920" y="17784"/>
                  </a:lnTo>
                  <a:lnTo>
                    <a:pt x="12703" y="17784"/>
                  </a:lnTo>
                  <a:lnTo>
                    <a:pt x="12703" y="22341"/>
                  </a:lnTo>
                  <a:lnTo>
                    <a:pt x="8106" y="22341"/>
                  </a:lnTo>
                  <a:lnTo>
                    <a:pt x="8106" y="20244"/>
                  </a:lnTo>
                  <a:cubicBezTo>
                    <a:pt x="8025" y="20365"/>
                    <a:pt x="7944" y="20486"/>
                    <a:pt x="7864" y="20607"/>
                  </a:cubicBezTo>
                  <a:lnTo>
                    <a:pt x="7864" y="22341"/>
                  </a:lnTo>
                  <a:lnTo>
                    <a:pt x="6775" y="22341"/>
                  </a:lnTo>
                  <a:cubicBezTo>
                    <a:pt x="6694" y="22421"/>
                    <a:pt x="6654" y="22502"/>
                    <a:pt x="6613" y="22583"/>
                  </a:cubicBezTo>
                  <a:lnTo>
                    <a:pt x="7864" y="22583"/>
                  </a:lnTo>
                  <a:lnTo>
                    <a:pt x="7864" y="27139"/>
                  </a:lnTo>
                  <a:lnTo>
                    <a:pt x="4194" y="27139"/>
                  </a:lnTo>
                  <a:cubicBezTo>
                    <a:pt x="4154" y="27220"/>
                    <a:pt x="4113" y="27301"/>
                    <a:pt x="4073" y="27381"/>
                  </a:cubicBezTo>
                  <a:lnTo>
                    <a:pt x="7864" y="27381"/>
                  </a:lnTo>
                  <a:lnTo>
                    <a:pt x="7864" y="31978"/>
                  </a:lnTo>
                  <a:lnTo>
                    <a:pt x="3307" y="31978"/>
                  </a:lnTo>
                  <a:lnTo>
                    <a:pt x="3307" y="29236"/>
                  </a:lnTo>
                  <a:lnTo>
                    <a:pt x="3065" y="29841"/>
                  </a:lnTo>
                  <a:lnTo>
                    <a:pt x="3065" y="31978"/>
                  </a:lnTo>
                  <a:lnTo>
                    <a:pt x="2299" y="31978"/>
                  </a:lnTo>
                  <a:cubicBezTo>
                    <a:pt x="2299" y="32059"/>
                    <a:pt x="2258" y="32140"/>
                    <a:pt x="2218" y="32220"/>
                  </a:cubicBezTo>
                  <a:lnTo>
                    <a:pt x="3065" y="32220"/>
                  </a:lnTo>
                  <a:lnTo>
                    <a:pt x="3065" y="36777"/>
                  </a:lnTo>
                  <a:lnTo>
                    <a:pt x="1008" y="36777"/>
                  </a:lnTo>
                  <a:cubicBezTo>
                    <a:pt x="1008" y="36858"/>
                    <a:pt x="968" y="36939"/>
                    <a:pt x="968" y="37019"/>
                  </a:cubicBezTo>
                  <a:lnTo>
                    <a:pt x="3065" y="37019"/>
                  </a:lnTo>
                  <a:lnTo>
                    <a:pt x="3065" y="41576"/>
                  </a:lnTo>
                  <a:lnTo>
                    <a:pt x="242" y="41576"/>
                  </a:lnTo>
                  <a:cubicBezTo>
                    <a:pt x="242" y="41657"/>
                    <a:pt x="242" y="41737"/>
                    <a:pt x="242" y="41818"/>
                  </a:cubicBezTo>
                  <a:lnTo>
                    <a:pt x="3065" y="41818"/>
                  </a:lnTo>
                  <a:lnTo>
                    <a:pt x="3065" y="46415"/>
                  </a:lnTo>
                  <a:lnTo>
                    <a:pt x="0" y="46415"/>
                  </a:lnTo>
                  <a:lnTo>
                    <a:pt x="0" y="46536"/>
                  </a:lnTo>
                  <a:lnTo>
                    <a:pt x="0" y="46657"/>
                  </a:lnTo>
                  <a:lnTo>
                    <a:pt x="3065" y="46657"/>
                  </a:lnTo>
                  <a:lnTo>
                    <a:pt x="3065" y="51214"/>
                  </a:lnTo>
                  <a:lnTo>
                    <a:pt x="242" y="51214"/>
                  </a:lnTo>
                  <a:cubicBezTo>
                    <a:pt x="242" y="51295"/>
                    <a:pt x="242" y="51375"/>
                    <a:pt x="242" y="51456"/>
                  </a:cubicBezTo>
                  <a:lnTo>
                    <a:pt x="3065" y="51456"/>
                  </a:lnTo>
                  <a:lnTo>
                    <a:pt x="3065" y="56053"/>
                  </a:lnTo>
                  <a:lnTo>
                    <a:pt x="968" y="56053"/>
                  </a:lnTo>
                  <a:cubicBezTo>
                    <a:pt x="968" y="56134"/>
                    <a:pt x="1008" y="56174"/>
                    <a:pt x="1008" y="56295"/>
                  </a:cubicBezTo>
                  <a:lnTo>
                    <a:pt x="3065" y="56295"/>
                  </a:lnTo>
                  <a:lnTo>
                    <a:pt x="3065" y="60852"/>
                  </a:lnTo>
                  <a:lnTo>
                    <a:pt x="2218" y="60852"/>
                  </a:lnTo>
                  <a:cubicBezTo>
                    <a:pt x="2258" y="60933"/>
                    <a:pt x="2299" y="61013"/>
                    <a:pt x="2299" y="61094"/>
                  </a:cubicBezTo>
                  <a:lnTo>
                    <a:pt x="3065" y="61094"/>
                  </a:lnTo>
                  <a:lnTo>
                    <a:pt x="3065" y="63191"/>
                  </a:lnTo>
                  <a:lnTo>
                    <a:pt x="3307" y="63836"/>
                  </a:lnTo>
                  <a:lnTo>
                    <a:pt x="3307" y="61094"/>
                  </a:lnTo>
                  <a:lnTo>
                    <a:pt x="7864" y="61094"/>
                  </a:lnTo>
                  <a:lnTo>
                    <a:pt x="7864" y="65651"/>
                  </a:lnTo>
                  <a:lnTo>
                    <a:pt x="4073" y="65651"/>
                  </a:lnTo>
                  <a:cubicBezTo>
                    <a:pt x="4113" y="65731"/>
                    <a:pt x="4154" y="65812"/>
                    <a:pt x="4194" y="65893"/>
                  </a:cubicBezTo>
                  <a:lnTo>
                    <a:pt x="7864" y="65893"/>
                  </a:lnTo>
                  <a:lnTo>
                    <a:pt x="7864" y="70490"/>
                  </a:lnTo>
                  <a:lnTo>
                    <a:pt x="6613" y="70490"/>
                  </a:lnTo>
                  <a:cubicBezTo>
                    <a:pt x="6654" y="70570"/>
                    <a:pt x="6694" y="70651"/>
                    <a:pt x="6775" y="70732"/>
                  </a:cubicBezTo>
                  <a:lnTo>
                    <a:pt x="7864" y="70732"/>
                  </a:lnTo>
                  <a:lnTo>
                    <a:pt x="7864" y="72466"/>
                  </a:lnTo>
                  <a:cubicBezTo>
                    <a:pt x="7944" y="72587"/>
                    <a:pt x="8025" y="72708"/>
                    <a:pt x="8106" y="72829"/>
                  </a:cubicBezTo>
                  <a:lnTo>
                    <a:pt x="8106" y="70732"/>
                  </a:lnTo>
                  <a:lnTo>
                    <a:pt x="12703" y="70732"/>
                  </a:lnTo>
                  <a:lnTo>
                    <a:pt x="12703" y="75289"/>
                  </a:lnTo>
                  <a:lnTo>
                    <a:pt x="9920" y="75289"/>
                  </a:lnTo>
                  <a:lnTo>
                    <a:pt x="10122" y="75531"/>
                  </a:lnTo>
                  <a:lnTo>
                    <a:pt x="12703" y="75531"/>
                  </a:lnTo>
                  <a:lnTo>
                    <a:pt x="12703" y="78474"/>
                  </a:lnTo>
                  <a:lnTo>
                    <a:pt x="12945" y="78716"/>
                  </a:lnTo>
                  <a:lnTo>
                    <a:pt x="12945" y="75531"/>
                  </a:lnTo>
                  <a:lnTo>
                    <a:pt x="17501" y="75531"/>
                  </a:lnTo>
                  <a:lnTo>
                    <a:pt x="17501" y="80087"/>
                  </a:lnTo>
                  <a:lnTo>
                    <a:pt x="14316" y="80087"/>
                  </a:lnTo>
                  <a:lnTo>
                    <a:pt x="14558" y="80329"/>
                  </a:lnTo>
                  <a:lnTo>
                    <a:pt x="17501" y="80329"/>
                  </a:lnTo>
                  <a:lnTo>
                    <a:pt x="17501" y="82910"/>
                  </a:lnTo>
                  <a:lnTo>
                    <a:pt x="17743" y="83072"/>
                  </a:lnTo>
                  <a:lnTo>
                    <a:pt x="17743" y="80329"/>
                  </a:lnTo>
                  <a:lnTo>
                    <a:pt x="22300" y="80329"/>
                  </a:lnTo>
                  <a:lnTo>
                    <a:pt x="22300" y="84927"/>
                  </a:lnTo>
                  <a:lnTo>
                    <a:pt x="20203" y="84927"/>
                  </a:lnTo>
                  <a:cubicBezTo>
                    <a:pt x="20324" y="85007"/>
                    <a:pt x="20445" y="85088"/>
                    <a:pt x="20566" y="85168"/>
                  </a:cubicBezTo>
                  <a:lnTo>
                    <a:pt x="22300" y="85168"/>
                  </a:lnTo>
                  <a:lnTo>
                    <a:pt x="22300" y="86257"/>
                  </a:lnTo>
                  <a:cubicBezTo>
                    <a:pt x="22381" y="86338"/>
                    <a:pt x="22462" y="86378"/>
                    <a:pt x="22542" y="86419"/>
                  </a:cubicBezTo>
                  <a:lnTo>
                    <a:pt x="22542" y="85168"/>
                  </a:lnTo>
                  <a:lnTo>
                    <a:pt x="27139" y="85168"/>
                  </a:lnTo>
                  <a:lnTo>
                    <a:pt x="27139" y="88838"/>
                  </a:lnTo>
                  <a:cubicBezTo>
                    <a:pt x="27220" y="88878"/>
                    <a:pt x="27301" y="88919"/>
                    <a:pt x="27381" y="88959"/>
                  </a:cubicBezTo>
                  <a:lnTo>
                    <a:pt x="27381" y="85168"/>
                  </a:lnTo>
                  <a:lnTo>
                    <a:pt x="31938" y="85168"/>
                  </a:lnTo>
                  <a:lnTo>
                    <a:pt x="31938" y="89725"/>
                  </a:lnTo>
                  <a:lnTo>
                    <a:pt x="29236" y="89725"/>
                  </a:lnTo>
                  <a:lnTo>
                    <a:pt x="29841" y="89967"/>
                  </a:lnTo>
                  <a:lnTo>
                    <a:pt x="31938" y="89967"/>
                  </a:lnTo>
                  <a:lnTo>
                    <a:pt x="31938" y="90733"/>
                  </a:lnTo>
                  <a:cubicBezTo>
                    <a:pt x="32019" y="90733"/>
                    <a:pt x="32099" y="90774"/>
                    <a:pt x="32180" y="90814"/>
                  </a:cubicBezTo>
                  <a:lnTo>
                    <a:pt x="32180" y="89967"/>
                  </a:lnTo>
                  <a:lnTo>
                    <a:pt x="36777" y="89967"/>
                  </a:lnTo>
                  <a:lnTo>
                    <a:pt x="36777" y="92024"/>
                  </a:lnTo>
                  <a:cubicBezTo>
                    <a:pt x="36858" y="92024"/>
                    <a:pt x="36939" y="92064"/>
                    <a:pt x="37019" y="92064"/>
                  </a:cubicBezTo>
                  <a:lnTo>
                    <a:pt x="37019" y="89967"/>
                  </a:lnTo>
                  <a:lnTo>
                    <a:pt x="41576" y="89967"/>
                  </a:lnTo>
                  <a:lnTo>
                    <a:pt x="41576" y="92790"/>
                  </a:lnTo>
                  <a:cubicBezTo>
                    <a:pt x="41657" y="92790"/>
                    <a:pt x="41737" y="92790"/>
                    <a:pt x="41818" y="92790"/>
                  </a:cubicBezTo>
                  <a:lnTo>
                    <a:pt x="41818" y="89967"/>
                  </a:lnTo>
                  <a:lnTo>
                    <a:pt x="46375" y="89967"/>
                  </a:lnTo>
                  <a:lnTo>
                    <a:pt x="46375" y="93032"/>
                  </a:lnTo>
                  <a:lnTo>
                    <a:pt x="46496" y="93032"/>
                  </a:lnTo>
                  <a:lnTo>
                    <a:pt x="46617" y="93032"/>
                  </a:lnTo>
                  <a:lnTo>
                    <a:pt x="46617" y="89967"/>
                  </a:lnTo>
                  <a:lnTo>
                    <a:pt x="51214" y="89967"/>
                  </a:lnTo>
                  <a:lnTo>
                    <a:pt x="51214" y="92790"/>
                  </a:lnTo>
                  <a:cubicBezTo>
                    <a:pt x="51295" y="92790"/>
                    <a:pt x="51375" y="92790"/>
                    <a:pt x="51456" y="92790"/>
                  </a:cubicBezTo>
                  <a:lnTo>
                    <a:pt x="51456" y="89967"/>
                  </a:lnTo>
                  <a:lnTo>
                    <a:pt x="56013" y="89967"/>
                  </a:lnTo>
                  <a:lnTo>
                    <a:pt x="56013" y="92064"/>
                  </a:lnTo>
                  <a:cubicBezTo>
                    <a:pt x="56093" y="92064"/>
                    <a:pt x="56174" y="92024"/>
                    <a:pt x="56255" y="92024"/>
                  </a:cubicBezTo>
                  <a:lnTo>
                    <a:pt x="56255" y="89967"/>
                  </a:lnTo>
                  <a:lnTo>
                    <a:pt x="60812" y="89967"/>
                  </a:lnTo>
                  <a:lnTo>
                    <a:pt x="60812" y="90814"/>
                  </a:lnTo>
                  <a:cubicBezTo>
                    <a:pt x="60892" y="90774"/>
                    <a:pt x="60973" y="90733"/>
                    <a:pt x="61054" y="90733"/>
                  </a:cubicBezTo>
                  <a:lnTo>
                    <a:pt x="61054" y="89967"/>
                  </a:lnTo>
                  <a:lnTo>
                    <a:pt x="63191" y="89967"/>
                  </a:lnTo>
                  <a:lnTo>
                    <a:pt x="63796" y="89725"/>
                  </a:lnTo>
                  <a:lnTo>
                    <a:pt x="61054" y="89725"/>
                  </a:lnTo>
                  <a:lnTo>
                    <a:pt x="61054" y="85168"/>
                  </a:lnTo>
                  <a:lnTo>
                    <a:pt x="65651" y="85168"/>
                  </a:lnTo>
                  <a:lnTo>
                    <a:pt x="65651" y="88959"/>
                  </a:lnTo>
                  <a:cubicBezTo>
                    <a:pt x="65731" y="88919"/>
                    <a:pt x="65812" y="88878"/>
                    <a:pt x="65893" y="88838"/>
                  </a:cubicBezTo>
                  <a:lnTo>
                    <a:pt x="65893" y="85168"/>
                  </a:lnTo>
                  <a:lnTo>
                    <a:pt x="70450" y="85168"/>
                  </a:lnTo>
                  <a:lnTo>
                    <a:pt x="70450" y="86419"/>
                  </a:lnTo>
                  <a:cubicBezTo>
                    <a:pt x="70530" y="86378"/>
                    <a:pt x="70611" y="86338"/>
                    <a:pt x="70691" y="86257"/>
                  </a:cubicBezTo>
                  <a:lnTo>
                    <a:pt x="70691" y="85168"/>
                  </a:lnTo>
                  <a:lnTo>
                    <a:pt x="72425" y="85168"/>
                  </a:lnTo>
                  <a:cubicBezTo>
                    <a:pt x="72546" y="85088"/>
                    <a:pt x="72667" y="85007"/>
                    <a:pt x="72788" y="84927"/>
                  </a:cubicBezTo>
                  <a:lnTo>
                    <a:pt x="70691" y="84927"/>
                  </a:lnTo>
                  <a:lnTo>
                    <a:pt x="70691" y="80329"/>
                  </a:lnTo>
                  <a:lnTo>
                    <a:pt x="75248" y="80329"/>
                  </a:lnTo>
                  <a:lnTo>
                    <a:pt x="75248" y="83072"/>
                  </a:lnTo>
                  <a:lnTo>
                    <a:pt x="75490" y="82910"/>
                  </a:lnTo>
                  <a:lnTo>
                    <a:pt x="75490" y="80329"/>
                  </a:lnTo>
                  <a:lnTo>
                    <a:pt x="78434" y="80329"/>
                  </a:lnTo>
                  <a:lnTo>
                    <a:pt x="78716" y="80087"/>
                  </a:lnTo>
                  <a:lnTo>
                    <a:pt x="75490" y="80087"/>
                  </a:lnTo>
                  <a:lnTo>
                    <a:pt x="75490" y="75531"/>
                  </a:lnTo>
                  <a:lnTo>
                    <a:pt x="80087" y="75531"/>
                  </a:lnTo>
                  <a:lnTo>
                    <a:pt x="80087" y="78716"/>
                  </a:lnTo>
                  <a:lnTo>
                    <a:pt x="80329" y="78474"/>
                  </a:lnTo>
                  <a:lnTo>
                    <a:pt x="80329" y="75531"/>
                  </a:lnTo>
                  <a:lnTo>
                    <a:pt x="82870" y="75531"/>
                  </a:lnTo>
                  <a:lnTo>
                    <a:pt x="83072" y="75289"/>
                  </a:lnTo>
                  <a:lnTo>
                    <a:pt x="80329" y="75289"/>
                  </a:lnTo>
                  <a:lnTo>
                    <a:pt x="80329" y="70732"/>
                  </a:lnTo>
                  <a:lnTo>
                    <a:pt x="84886" y="70732"/>
                  </a:lnTo>
                  <a:lnTo>
                    <a:pt x="84886" y="72829"/>
                  </a:lnTo>
                  <a:cubicBezTo>
                    <a:pt x="84967" y="72708"/>
                    <a:pt x="85048" y="72587"/>
                    <a:pt x="85128" y="72466"/>
                  </a:cubicBezTo>
                  <a:lnTo>
                    <a:pt x="85128" y="70732"/>
                  </a:lnTo>
                  <a:lnTo>
                    <a:pt x="86257" y="70732"/>
                  </a:lnTo>
                  <a:cubicBezTo>
                    <a:pt x="86298" y="70651"/>
                    <a:pt x="86338" y="70570"/>
                    <a:pt x="86378" y="70490"/>
                  </a:cubicBezTo>
                  <a:lnTo>
                    <a:pt x="85128" y="70490"/>
                  </a:lnTo>
                  <a:lnTo>
                    <a:pt x="85128" y="65893"/>
                  </a:lnTo>
                  <a:lnTo>
                    <a:pt x="88798" y="65893"/>
                  </a:lnTo>
                  <a:cubicBezTo>
                    <a:pt x="88838" y="65812"/>
                    <a:pt x="88879" y="65731"/>
                    <a:pt x="88919" y="65651"/>
                  </a:cubicBezTo>
                  <a:lnTo>
                    <a:pt x="85128" y="65651"/>
                  </a:lnTo>
                  <a:lnTo>
                    <a:pt x="85128" y="61094"/>
                  </a:lnTo>
                  <a:lnTo>
                    <a:pt x="89685" y="61094"/>
                  </a:lnTo>
                  <a:close/>
                  <a:moveTo>
                    <a:pt x="85128" y="32180"/>
                  </a:moveTo>
                  <a:lnTo>
                    <a:pt x="89685" y="32180"/>
                  </a:lnTo>
                  <a:lnTo>
                    <a:pt x="89685" y="36777"/>
                  </a:lnTo>
                  <a:lnTo>
                    <a:pt x="85128" y="36777"/>
                  </a:lnTo>
                  <a:close/>
                  <a:moveTo>
                    <a:pt x="85128" y="37019"/>
                  </a:moveTo>
                  <a:lnTo>
                    <a:pt x="89685" y="37019"/>
                  </a:lnTo>
                  <a:lnTo>
                    <a:pt x="89685" y="41576"/>
                  </a:lnTo>
                  <a:lnTo>
                    <a:pt x="85128" y="41576"/>
                  </a:lnTo>
                  <a:close/>
                  <a:moveTo>
                    <a:pt x="85128" y="41818"/>
                  </a:moveTo>
                  <a:lnTo>
                    <a:pt x="89685" y="41818"/>
                  </a:lnTo>
                  <a:lnTo>
                    <a:pt x="89685" y="46375"/>
                  </a:lnTo>
                  <a:lnTo>
                    <a:pt x="85128" y="46375"/>
                  </a:lnTo>
                  <a:close/>
                  <a:moveTo>
                    <a:pt x="85128" y="46617"/>
                  </a:moveTo>
                  <a:lnTo>
                    <a:pt x="89685" y="46617"/>
                  </a:lnTo>
                  <a:lnTo>
                    <a:pt x="89685" y="51214"/>
                  </a:lnTo>
                  <a:lnTo>
                    <a:pt x="85128" y="51214"/>
                  </a:lnTo>
                  <a:close/>
                  <a:moveTo>
                    <a:pt x="85128" y="51456"/>
                  </a:moveTo>
                  <a:lnTo>
                    <a:pt x="89685" y="51456"/>
                  </a:lnTo>
                  <a:lnTo>
                    <a:pt x="89685" y="56013"/>
                  </a:lnTo>
                  <a:lnTo>
                    <a:pt x="85128" y="56013"/>
                  </a:lnTo>
                  <a:close/>
                  <a:moveTo>
                    <a:pt x="85128" y="56255"/>
                  </a:moveTo>
                  <a:lnTo>
                    <a:pt x="89685" y="56255"/>
                  </a:lnTo>
                  <a:lnTo>
                    <a:pt x="89685" y="60812"/>
                  </a:lnTo>
                  <a:lnTo>
                    <a:pt x="85128" y="60812"/>
                  </a:lnTo>
                  <a:close/>
                  <a:moveTo>
                    <a:pt x="7904" y="60812"/>
                  </a:moveTo>
                  <a:lnTo>
                    <a:pt x="3347" y="60812"/>
                  </a:lnTo>
                  <a:lnTo>
                    <a:pt x="3347" y="56255"/>
                  </a:lnTo>
                  <a:lnTo>
                    <a:pt x="7904" y="56255"/>
                  </a:lnTo>
                  <a:close/>
                  <a:moveTo>
                    <a:pt x="7904" y="56013"/>
                  </a:moveTo>
                  <a:lnTo>
                    <a:pt x="3347" y="56013"/>
                  </a:lnTo>
                  <a:lnTo>
                    <a:pt x="3347" y="51456"/>
                  </a:lnTo>
                  <a:lnTo>
                    <a:pt x="7904" y="51456"/>
                  </a:lnTo>
                  <a:close/>
                  <a:moveTo>
                    <a:pt x="7904" y="51214"/>
                  </a:moveTo>
                  <a:lnTo>
                    <a:pt x="3347" y="51214"/>
                  </a:lnTo>
                  <a:lnTo>
                    <a:pt x="3347" y="46617"/>
                  </a:lnTo>
                  <a:lnTo>
                    <a:pt x="7904" y="46617"/>
                  </a:lnTo>
                  <a:close/>
                  <a:moveTo>
                    <a:pt x="7904" y="46375"/>
                  </a:moveTo>
                  <a:lnTo>
                    <a:pt x="3347" y="46375"/>
                  </a:lnTo>
                  <a:lnTo>
                    <a:pt x="3347" y="41818"/>
                  </a:lnTo>
                  <a:lnTo>
                    <a:pt x="7904" y="41818"/>
                  </a:lnTo>
                  <a:close/>
                  <a:moveTo>
                    <a:pt x="7904" y="41576"/>
                  </a:moveTo>
                  <a:lnTo>
                    <a:pt x="3347" y="41576"/>
                  </a:lnTo>
                  <a:lnTo>
                    <a:pt x="3347" y="37019"/>
                  </a:lnTo>
                  <a:lnTo>
                    <a:pt x="7904" y="37019"/>
                  </a:lnTo>
                  <a:close/>
                  <a:moveTo>
                    <a:pt x="7904" y="36777"/>
                  </a:moveTo>
                  <a:lnTo>
                    <a:pt x="3347" y="36777"/>
                  </a:lnTo>
                  <a:lnTo>
                    <a:pt x="3347" y="32180"/>
                  </a:lnTo>
                  <a:lnTo>
                    <a:pt x="7904" y="32180"/>
                  </a:lnTo>
                  <a:close/>
                  <a:moveTo>
                    <a:pt x="12703" y="70449"/>
                  </a:moveTo>
                  <a:lnTo>
                    <a:pt x="8146" y="70449"/>
                  </a:lnTo>
                  <a:lnTo>
                    <a:pt x="8146" y="65893"/>
                  </a:lnTo>
                  <a:lnTo>
                    <a:pt x="12703" y="65893"/>
                  </a:lnTo>
                  <a:close/>
                  <a:moveTo>
                    <a:pt x="12703" y="65610"/>
                  </a:moveTo>
                  <a:lnTo>
                    <a:pt x="8146" y="65610"/>
                  </a:lnTo>
                  <a:lnTo>
                    <a:pt x="8146" y="61054"/>
                  </a:lnTo>
                  <a:lnTo>
                    <a:pt x="12703" y="61054"/>
                  </a:lnTo>
                  <a:close/>
                  <a:moveTo>
                    <a:pt x="12703" y="60812"/>
                  </a:moveTo>
                  <a:lnTo>
                    <a:pt x="8146" y="60812"/>
                  </a:lnTo>
                  <a:lnTo>
                    <a:pt x="8146" y="56255"/>
                  </a:lnTo>
                  <a:lnTo>
                    <a:pt x="12703" y="56255"/>
                  </a:lnTo>
                  <a:close/>
                  <a:moveTo>
                    <a:pt x="12703" y="56013"/>
                  </a:moveTo>
                  <a:lnTo>
                    <a:pt x="8146" y="56013"/>
                  </a:lnTo>
                  <a:lnTo>
                    <a:pt x="8146" y="51456"/>
                  </a:lnTo>
                  <a:lnTo>
                    <a:pt x="12703" y="51456"/>
                  </a:lnTo>
                  <a:close/>
                  <a:moveTo>
                    <a:pt x="12703" y="51174"/>
                  </a:moveTo>
                  <a:lnTo>
                    <a:pt x="8146" y="51174"/>
                  </a:lnTo>
                  <a:lnTo>
                    <a:pt x="8146" y="46617"/>
                  </a:lnTo>
                  <a:lnTo>
                    <a:pt x="12703" y="46617"/>
                  </a:lnTo>
                  <a:close/>
                  <a:moveTo>
                    <a:pt x="12703" y="46375"/>
                  </a:moveTo>
                  <a:lnTo>
                    <a:pt x="8146" y="46375"/>
                  </a:lnTo>
                  <a:lnTo>
                    <a:pt x="8146" y="41818"/>
                  </a:lnTo>
                  <a:lnTo>
                    <a:pt x="12703" y="41818"/>
                  </a:lnTo>
                  <a:close/>
                  <a:moveTo>
                    <a:pt x="12703" y="41576"/>
                  </a:moveTo>
                  <a:lnTo>
                    <a:pt x="8146" y="41576"/>
                  </a:lnTo>
                  <a:lnTo>
                    <a:pt x="8146" y="36979"/>
                  </a:lnTo>
                  <a:lnTo>
                    <a:pt x="12703" y="36979"/>
                  </a:lnTo>
                  <a:close/>
                  <a:moveTo>
                    <a:pt x="12703" y="36737"/>
                  </a:moveTo>
                  <a:lnTo>
                    <a:pt x="8146" y="36737"/>
                  </a:lnTo>
                  <a:lnTo>
                    <a:pt x="8146" y="32180"/>
                  </a:lnTo>
                  <a:lnTo>
                    <a:pt x="12703" y="32180"/>
                  </a:lnTo>
                  <a:close/>
                  <a:moveTo>
                    <a:pt x="12703" y="31938"/>
                  </a:moveTo>
                  <a:lnTo>
                    <a:pt x="8146" y="31938"/>
                  </a:lnTo>
                  <a:lnTo>
                    <a:pt x="8146" y="27381"/>
                  </a:lnTo>
                  <a:lnTo>
                    <a:pt x="12703" y="27381"/>
                  </a:lnTo>
                  <a:close/>
                  <a:moveTo>
                    <a:pt x="12703" y="27139"/>
                  </a:moveTo>
                  <a:lnTo>
                    <a:pt x="8146" y="27139"/>
                  </a:lnTo>
                  <a:lnTo>
                    <a:pt x="8146" y="22542"/>
                  </a:lnTo>
                  <a:lnTo>
                    <a:pt x="12703" y="22542"/>
                  </a:lnTo>
                  <a:close/>
                  <a:moveTo>
                    <a:pt x="17542" y="75248"/>
                  </a:moveTo>
                  <a:lnTo>
                    <a:pt x="12945" y="75248"/>
                  </a:lnTo>
                  <a:lnTo>
                    <a:pt x="12945" y="70651"/>
                  </a:lnTo>
                  <a:lnTo>
                    <a:pt x="17542" y="70651"/>
                  </a:lnTo>
                  <a:close/>
                  <a:moveTo>
                    <a:pt x="17542" y="70449"/>
                  </a:moveTo>
                  <a:lnTo>
                    <a:pt x="12945" y="70449"/>
                  </a:lnTo>
                  <a:lnTo>
                    <a:pt x="12945" y="65852"/>
                  </a:lnTo>
                  <a:lnTo>
                    <a:pt x="17542" y="65852"/>
                  </a:lnTo>
                  <a:close/>
                  <a:moveTo>
                    <a:pt x="17542" y="65610"/>
                  </a:moveTo>
                  <a:lnTo>
                    <a:pt x="12945" y="65610"/>
                  </a:lnTo>
                  <a:lnTo>
                    <a:pt x="12945" y="61054"/>
                  </a:lnTo>
                  <a:lnTo>
                    <a:pt x="17542" y="61054"/>
                  </a:lnTo>
                  <a:close/>
                  <a:moveTo>
                    <a:pt x="17542" y="60812"/>
                  </a:moveTo>
                  <a:lnTo>
                    <a:pt x="12945" y="60812"/>
                  </a:lnTo>
                  <a:lnTo>
                    <a:pt x="12945" y="56214"/>
                  </a:lnTo>
                  <a:lnTo>
                    <a:pt x="17542" y="56214"/>
                  </a:lnTo>
                  <a:close/>
                  <a:moveTo>
                    <a:pt x="17542" y="55972"/>
                  </a:moveTo>
                  <a:lnTo>
                    <a:pt x="12945" y="55972"/>
                  </a:lnTo>
                  <a:lnTo>
                    <a:pt x="12945" y="51416"/>
                  </a:lnTo>
                  <a:lnTo>
                    <a:pt x="17542" y="51416"/>
                  </a:lnTo>
                  <a:close/>
                  <a:moveTo>
                    <a:pt x="17542" y="51174"/>
                  </a:moveTo>
                  <a:lnTo>
                    <a:pt x="12945" y="51174"/>
                  </a:lnTo>
                  <a:lnTo>
                    <a:pt x="12945" y="46617"/>
                  </a:lnTo>
                  <a:lnTo>
                    <a:pt x="17542" y="46617"/>
                  </a:lnTo>
                  <a:close/>
                  <a:moveTo>
                    <a:pt x="17542" y="46375"/>
                  </a:moveTo>
                  <a:lnTo>
                    <a:pt x="12945" y="46375"/>
                  </a:lnTo>
                  <a:lnTo>
                    <a:pt x="12945" y="41778"/>
                  </a:lnTo>
                  <a:lnTo>
                    <a:pt x="17542" y="41778"/>
                  </a:lnTo>
                  <a:close/>
                  <a:moveTo>
                    <a:pt x="17542" y="41536"/>
                  </a:moveTo>
                  <a:lnTo>
                    <a:pt x="12945" y="41536"/>
                  </a:lnTo>
                  <a:lnTo>
                    <a:pt x="12945" y="36979"/>
                  </a:lnTo>
                  <a:lnTo>
                    <a:pt x="17542" y="36979"/>
                  </a:lnTo>
                  <a:close/>
                  <a:moveTo>
                    <a:pt x="17542" y="36737"/>
                  </a:moveTo>
                  <a:lnTo>
                    <a:pt x="12945" y="36737"/>
                  </a:lnTo>
                  <a:lnTo>
                    <a:pt x="12945" y="32180"/>
                  </a:lnTo>
                  <a:lnTo>
                    <a:pt x="17542" y="32180"/>
                  </a:lnTo>
                  <a:close/>
                  <a:moveTo>
                    <a:pt x="17542" y="31938"/>
                  </a:moveTo>
                  <a:lnTo>
                    <a:pt x="12945" y="31938"/>
                  </a:lnTo>
                  <a:lnTo>
                    <a:pt x="12945" y="27341"/>
                  </a:lnTo>
                  <a:lnTo>
                    <a:pt x="17542" y="27341"/>
                  </a:lnTo>
                  <a:close/>
                  <a:moveTo>
                    <a:pt x="17542" y="27099"/>
                  </a:moveTo>
                  <a:lnTo>
                    <a:pt x="12945" y="27099"/>
                  </a:lnTo>
                  <a:lnTo>
                    <a:pt x="12945" y="22542"/>
                  </a:lnTo>
                  <a:lnTo>
                    <a:pt x="17542" y="22542"/>
                  </a:lnTo>
                  <a:close/>
                  <a:moveTo>
                    <a:pt x="17542" y="22300"/>
                  </a:moveTo>
                  <a:lnTo>
                    <a:pt x="12945" y="22300"/>
                  </a:lnTo>
                  <a:lnTo>
                    <a:pt x="12945" y="17743"/>
                  </a:lnTo>
                  <a:lnTo>
                    <a:pt x="17542" y="17743"/>
                  </a:lnTo>
                  <a:close/>
                  <a:moveTo>
                    <a:pt x="22341" y="80047"/>
                  </a:moveTo>
                  <a:lnTo>
                    <a:pt x="17784" y="80047"/>
                  </a:lnTo>
                  <a:lnTo>
                    <a:pt x="17784" y="75450"/>
                  </a:lnTo>
                  <a:lnTo>
                    <a:pt x="22341" y="75450"/>
                  </a:lnTo>
                  <a:close/>
                  <a:moveTo>
                    <a:pt x="22341" y="75208"/>
                  </a:moveTo>
                  <a:lnTo>
                    <a:pt x="17784" y="75208"/>
                  </a:lnTo>
                  <a:lnTo>
                    <a:pt x="17784" y="70651"/>
                  </a:lnTo>
                  <a:lnTo>
                    <a:pt x="22341" y="70651"/>
                  </a:lnTo>
                  <a:close/>
                  <a:moveTo>
                    <a:pt x="22341" y="70409"/>
                  </a:moveTo>
                  <a:lnTo>
                    <a:pt x="17784" y="70409"/>
                  </a:lnTo>
                  <a:lnTo>
                    <a:pt x="17784" y="65852"/>
                  </a:lnTo>
                  <a:lnTo>
                    <a:pt x="22341" y="65852"/>
                  </a:lnTo>
                  <a:close/>
                  <a:moveTo>
                    <a:pt x="22341" y="65610"/>
                  </a:moveTo>
                  <a:lnTo>
                    <a:pt x="17784" y="65610"/>
                  </a:lnTo>
                  <a:lnTo>
                    <a:pt x="17784" y="61013"/>
                  </a:lnTo>
                  <a:lnTo>
                    <a:pt x="22341" y="61013"/>
                  </a:lnTo>
                  <a:close/>
                  <a:moveTo>
                    <a:pt x="22341" y="60771"/>
                  </a:moveTo>
                  <a:lnTo>
                    <a:pt x="17784" y="60771"/>
                  </a:lnTo>
                  <a:lnTo>
                    <a:pt x="17784" y="56214"/>
                  </a:lnTo>
                  <a:lnTo>
                    <a:pt x="22341" y="56214"/>
                  </a:lnTo>
                  <a:close/>
                  <a:moveTo>
                    <a:pt x="22341" y="55972"/>
                  </a:moveTo>
                  <a:lnTo>
                    <a:pt x="17784" y="55972"/>
                  </a:lnTo>
                  <a:lnTo>
                    <a:pt x="17784" y="51416"/>
                  </a:lnTo>
                  <a:lnTo>
                    <a:pt x="22341" y="51416"/>
                  </a:lnTo>
                  <a:close/>
                  <a:moveTo>
                    <a:pt x="22341" y="51174"/>
                  </a:moveTo>
                  <a:lnTo>
                    <a:pt x="17784" y="51174"/>
                  </a:lnTo>
                  <a:lnTo>
                    <a:pt x="17784" y="46577"/>
                  </a:lnTo>
                  <a:lnTo>
                    <a:pt x="22341" y="46577"/>
                  </a:lnTo>
                  <a:close/>
                  <a:moveTo>
                    <a:pt x="22341" y="46335"/>
                  </a:moveTo>
                  <a:lnTo>
                    <a:pt x="17784" y="46335"/>
                  </a:lnTo>
                  <a:lnTo>
                    <a:pt x="17784" y="41778"/>
                  </a:lnTo>
                  <a:lnTo>
                    <a:pt x="22341" y="41778"/>
                  </a:lnTo>
                  <a:close/>
                  <a:moveTo>
                    <a:pt x="22341" y="41536"/>
                  </a:moveTo>
                  <a:lnTo>
                    <a:pt x="17784" y="41536"/>
                  </a:lnTo>
                  <a:lnTo>
                    <a:pt x="17784" y="36939"/>
                  </a:lnTo>
                  <a:lnTo>
                    <a:pt x="22341" y="36939"/>
                  </a:lnTo>
                  <a:close/>
                  <a:moveTo>
                    <a:pt x="22341" y="36737"/>
                  </a:moveTo>
                  <a:lnTo>
                    <a:pt x="17784" y="36737"/>
                  </a:lnTo>
                  <a:lnTo>
                    <a:pt x="17784" y="32140"/>
                  </a:lnTo>
                  <a:lnTo>
                    <a:pt x="22341" y="32140"/>
                  </a:lnTo>
                  <a:close/>
                  <a:moveTo>
                    <a:pt x="22341" y="31898"/>
                  </a:moveTo>
                  <a:lnTo>
                    <a:pt x="17784" y="31898"/>
                  </a:lnTo>
                  <a:lnTo>
                    <a:pt x="17784" y="27341"/>
                  </a:lnTo>
                  <a:lnTo>
                    <a:pt x="22341" y="27341"/>
                  </a:lnTo>
                  <a:close/>
                  <a:moveTo>
                    <a:pt x="22341" y="27099"/>
                  </a:moveTo>
                  <a:lnTo>
                    <a:pt x="17784" y="27099"/>
                  </a:lnTo>
                  <a:lnTo>
                    <a:pt x="17784" y="22502"/>
                  </a:lnTo>
                  <a:lnTo>
                    <a:pt x="22341" y="22502"/>
                  </a:lnTo>
                  <a:close/>
                  <a:moveTo>
                    <a:pt x="22341" y="22260"/>
                  </a:moveTo>
                  <a:lnTo>
                    <a:pt x="17784" y="22260"/>
                  </a:lnTo>
                  <a:lnTo>
                    <a:pt x="17784" y="17703"/>
                  </a:lnTo>
                  <a:lnTo>
                    <a:pt x="22341" y="17703"/>
                  </a:lnTo>
                  <a:close/>
                  <a:moveTo>
                    <a:pt x="22341" y="17461"/>
                  </a:moveTo>
                  <a:lnTo>
                    <a:pt x="17784" y="17461"/>
                  </a:lnTo>
                  <a:lnTo>
                    <a:pt x="17784" y="12904"/>
                  </a:lnTo>
                  <a:lnTo>
                    <a:pt x="22341" y="12904"/>
                  </a:lnTo>
                  <a:close/>
                  <a:moveTo>
                    <a:pt x="27139" y="84846"/>
                  </a:moveTo>
                  <a:lnTo>
                    <a:pt x="22583" y="84846"/>
                  </a:lnTo>
                  <a:lnTo>
                    <a:pt x="22583" y="80249"/>
                  </a:lnTo>
                  <a:lnTo>
                    <a:pt x="27139" y="80249"/>
                  </a:lnTo>
                  <a:close/>
                  <a:moveTo>
                    <a:pt x="27139" y="80007"/>
                  </a:moveTo>
                  <a:lnTo>
                    <a:pt x="22583" y="80007"/>
                  </a:lnTo>
                  <a:lnTo>
                    <a:pt x="22583" y="75450"/>
                  </a:lnTo>
                  <a:lnTo>
                    <a:pt x="27139" y="75450"/>
                  </a:lnTo>
                  <a:close/>
                  <a:moveTo>
                    <a:pt x="27139" y="75208"/>
                  </a:moveTo>
                  <a:lnTo>
                    <a:pt x="22583" y="75208"/>
                  </a:lnTo>
                  <a:lnTo>
                    <a:pt x="22583" y="70611"/>
                  </a:lnTo>
                  <a:lnTo>
                    <a:pt x="27139" y="70611"/>
                  </a:lnTo>
                  <a:close/>
                  <a:moveTo>
                    <a:pt x="27139" y="70369"/>
                  </a:moveTo>
                  <a:lnTo>
                    <a:pt x="22583" y="70369"/>
                  </a:lnTo>
                  <a:lnTo>
                    <a:pt x="22583" y="65812"/>
                  </a:lnTo>
                  <a:lnTo>
                    <a:pt x="27139" y="65812"/>
                  </a:lnTo>
                  <a:close/>
                  <a:moveTo>
                    <a:pt x="27139" y="65570"/>
                  </a:moveTo>
                  <a:lnTo>
                    <a:pt x="22583" y="65570"/>
                  </a:lnTo>
                  <a:lnTo>
                    <a:pt x="22583" y="61013"/>
                  </a:lnTo>
                  <a:lnTo>
                    <a:pt x="27139" y="61013"/>
                  </a:lnTo>
                  <a:close/>
                  <a:moveTo>
                    <a:pt x="27139" y="60771"/>
                  </a:moveTo>
                  <a:lnTo>
                    <a:pt x="22583" y="60771"/>
                  </a:lnTo>
                  <a:lnTo>
                    <a:pt x="22583" y="56174"/>
                  </a:lnTo>
                  <a:lnTo>
                    <a:pt x="27139" y="56174"/>
                  </a:lnTo>
                  <a:close/>
                  <a:moveTo>
                    <a:pt x="27139" y="55932"/>
                  </a:moveTo>
                  <a:lnTo>
                    <a:pt x="22583" y="55932"/>
                  </a:lnTo>
                  <a:lnTo>
                    <a:pt x="22583" y="51375"/>
                  </a:lnTo>
                  <a:lnTo>
                    <a:pt x="27139" y="51375"/>
                  </a:lnTo>
                  <a:close/>
                  <a:moveTo>
                    <a:pt x="27139" y="51133"/>
                  </a:moveTo>
                  <a:lnTo>
                    <a:pt x="22583" y="51133"/>
                  </a:lnTo>
                  <a:lnTo>
                    <a:pt x="22583" y="46577"/>
                  </a:lnTo>
                  <a:lnTo>
                    <a:pt x="27139" y="46577"/>
                  </a:lnTo>
                  <a:close/>
                  <a:moveTo>
                    <a:pt x="27139" y="46335"/>
                  </a:moveTo>
                  <a:lnTo>
                    <a:pt x="22583" y="46335"/>
                  </a:lnTo>
                  <a:lnTo>
                    <a:pt x="22583" y="41737"/>
                  </a:lnTo>
                  <a:lnTo>
                    <a:pt x="27139" y="41737"/>
                  </a:lnTo>
                  <a:close/>
                  <a:moveTo>
                    <a:pt x="27139" y="41495"/>
                  </a:moveTo>
                  <a:lnTo>
                    <a:pt x="22583" y="41495"/>
                  </a:lnTo>
                  <a:lnTo>
                    <a:pt x="22583" y="36939"/>
                  </a:lnTo>
                  <a:lnTo>
                    <a:pt x="27139" y="36939"/>
                  </a:lnTo>
                  <a:close/>
                  <a:moveTo>
                    <a:pt x="27139" y="36697"/>
                  </a:moveTo>
                  <a:lnTo>
                    <a:pt x="22583" y="36697"/>
                  </a:lnTo>
                  <a:lnTo>
                    <a:pt x="22583" y="32140"/>
                  </a:lnTo>
                  <a:lnTo>
                    <a:pt x="27139" y="32140"/>
                  </a:lnTo>
                  <a:close/>
                  <a:moveTo>
                    <a:pt x="27139" y="31898"/>
                  </a:moveTo>
                  <a:lnTo>
                    <a:pt x="22583" y="31898"/>
                  </a:lnTo>
                  <a:lnTo>
                    <a:pt x="22583" y="27301"/>
                  </a:lnTo>
                  <a:lnTo>
                    <a:pt x="27139" y="27301"/>
                  </a:lnTo>
                  <a:close/>
                  <a:moveTo>
                    <a:pt x="27139" y="27059"/>
                  </a:moveTo>
                  <a:lnTo>
                    <a:pt x="22583" y="27059"/>
                  </a:lnTo>
                  <a:lnTo>
                    <a:pt x="22583" y="22502"/>
                  </a:lnTo>
                  <a:lnTo>
                    <a:pt x="27139" y="22502"/>
                  </a:lnTo>
                  <a:close/>
                  <a:moveTo>
                    <a:pt x="27139" y="22260"/>
                  </a:moveTo>
                  <a:lnTo>
                    <a:pt x="22583" y="22260"/>
                  </a:lnTo>
                  <a:lnTo>
                    <a:pt x="22583" y="17703"/>
                  </a:lnTo>
                  <a:lnTo>
                    <a:pt x="27139" y="17703"/>
                  </a:lnTo>
                  <a:close/>
                  <a:moveTo>
                    <a:pt x="27139" y="17461"/>
                  </a:moveTo>
                  <a:lnTo>
                    <a:pt x="22583" y="17461"/>
                  </a:lnTo>
                  <a:lnTo>
                    <a:pt x="22583" y="12864"/>
                  </a:lnTo>
                  <a:lnTo>
                    <a:pt x="27139" y="12864"/>
                  </a:lnTo>
                  <a:close/>
                  <a:moveTo>
                    <a:pt x="27139" y="12622"/>
                  </a:moveTo>
                  <a:lnTo>
                    <a:pt x="22583" y="12622"/>
                  </a:lnTo>
                  <a:lnTo>
                    <a:pt x="22583" y="8065"/>
                  </a:lnTo>
                  <a:lnTo>
                    <a:pt x="27139" y="8065"/>
                  </a:lnTo>
                  <a:close/>
                  <a:moveTo>
                    <a:pt x="31979" y="84806"/>
                  </a:moveTo>
                  <a:lnTo>
                    <a:pt x="27381" y="84806"/>
                  </a:lnTo>
                  <a:lnTo>
                    <a:pt x="27381" y="80249"/>
                  </a:lnTo>
                  <a:lnTo>
                    <a:pt x="31979" y="80249"/>
                  </a:lnTo>
                  <a:close/>
                  <a:moveTo>
                    <a:pt x="31979" y="80007"/>
                  </a:moveTo>
                  <a:lnTo>
                    <a:pt x="27381" y="80007"/>
                  </a:lnTo>
                  <a:lnTo>
                    <a:pt x="27381" y="75410"/>
                  </a:lnTo>
                  <a:lnTo>
                    <a:pt x="31979" y="75410"/>
                  </a:lnTo>
                  <a:close/>
                  <a:moveTo>
                    <a:pt x="31979" y="75168"/>
                  </a:moveTo>
                  <a:lnTo>
                    <a:pt x="27381" y="75168"/>
                  </a:lnTo>
                  <a:lnTo>
                    <a:pt x="27381" y="70611"/>
                  </a:lnTo>
                  <a:lnTo>
                    <a:pt x="31979" y="70611"/>
                  </a:lnTo>
                  <a:close/>
                  <a:moveTo>
                    <a:pt x="31979" y="70369"/>
                  </a:moveTo>
                  <a:lnTo>
                    <a:pt x="27381" y="70369"/>
                  </a:lnTo>
                  <a:lnTo>
                    <a:pt x="27381" y="65812"/>
                  </a:lnTo>
                  <a:lnTo>
                    <a:pt x="31979" y="65812"/>
                  </a:lnTo>
                  <a:close/>
                  <a:moveTo>
                    <a:pt x="31979" y="65570"/>
                  </a:moveTo>
                  <a:lnTo>
                    <a:pt x="27381" y="65570"/>
                  </a:lnTo>
                  <a:lnTo>
                    <a:pt x="27381" y="60973"/>
                  </a:lnTo>
                  <a:lnTo>
                    <a:pt x="31979" y="60973"/>
                  </a:lnTo>
                  <a:close/>
                  <a:moveTo>
                    <a:pt x="31979" y="60731"/>
                  </a:moveTo>
                  <a:lnTo>
                    <a:pt x="27381" y="60731"/>
                  </a:lnTo>
                  <a:lnTo>
                    <a:pt x="27381" y="56174"/>
                  </a:lnTo>
                  <a:lnTo>
                    <a:pt x="31979" y="56174"/>
                  </a:lnTo>
                  <a:close/>
                  <a:moveTo>
                    <a:pt x="31979" y="55932"/>
                  </a:moveTo>
                  <a:lnTo>
                    <a:pt x="27381" y="55932"/>
                  </a:lnTo>
                  <a:lnTo>
                    <a:pt x="27381" y="51375"/>
                  </a:lnTo>
                  <a:lnTo>
                    <a:pt x="31979" y="51375"/>
                  </a:lnTo>
                  <a:close/>
                  <a:moveTo>
                    <a:pt x="31979" y="51133"/>
                  </a:moveTo>
                  <a:lnTo>
                    <a:pt x="27381" y="51133"/>
                  </a:lnTo>
                  <a:lnTo>
                    <a:pt x="27381" y="46536"/>
                  </a:lnTo>
                  <a:lnTo>
                    <a:pt x="31979" y="46536"/>
                  </a:lnTo>
                  <a:close/>
                  <a:moveTo>
                    <a:pt x="31979" y="46294"/>
                  </a:moveTo>
                  <a:lnTo>
                    <a:pt x="27381" y="46294"/>
                  </a:lnTo>
                  <a:lnTo>
                    <a:pt x="27381" y="41737"/>
                  </a:lnTo>
                  <a:lnTo>
                    <a:pt x="31979" y="41737"/>
                  </a:lnTo>
                  <a:close/>
                  <a:moveTo>
                    <a:pt x="31979" y="41495"/>
                  </a:moveTo>
                  <a:lnTo>
                    <a:pt x="27381" y="41495"/>
                  </a:lnTo>
                  <a:lnTo>
                    <a:pt x="27381" y="36898"/>
                  </a:lnTo>
                  <a:lnTo>
                    <a:pt x="31979" y="36898"/>
                  </a:lnTo>
                  <a:close/>
                  <a:moveTo>
                    <a:pt x="31979" y="36656"/>
                  </a:moveTo>
                  <a:lnTo>
                    <a:pt x="27381" y="36656"/>
                  </a:lnTo>
                  <a:lnTo>
                    <a:pt x="27381" y="32099"/>
                  </a:lnTo>
                  <a:lnTo>
                    <a:pt x="31979" y="32099"/>
                  </a:lnTo>
                  <a:close/>
                  <a:moveTo>
                    <a:pt x="31979" y="31858"/>
                  </a:moveTo>
                  <a:lnTo>
                    <a:pt x="27381" y="31858"/>
                  </a:lnTo>
                  <a:lnTo>
                    <a:pt x="27381" y="27301"/>
                  </a:lnTo>
                  <a:lnTo>
                    <a:pt x="31979" y="27301"/>
                  </a:lnTo>
                  <a:close/>
                  <a:moveTo>
                    <a:pt x="31979" y="27059"/>
                  </a:moveTo>
                  <a:lnTo>
                    <a:pt x="27381" y="27059"/>
                  </a:lnTo>
                  <a:lnTo>
                    <a:pt x="27381" y="22462"/>
                  </a:lnTo>
                  <a:lnTo>
                    <a:pt x="31979" y="22462"/>
                  </a:lnTo>
                  <a:close/>
                  <a:moveTo>
                    <a:pt x="31979" y="22220"/>
                  </a:moveTo>
                  <a:lnTo>
                    <a:pt x="27381" y="22220"/>
                  </a:lnTo>
                  <a:lnTo>
                    <a:pt x="27381" y="17663"/>
                  </a:lnTo>
                  <a:lnTo>
                    <a:pt x="31979" y="17663"/>
                  </a:lnTo>
                  <a:close/>
                  <a:moveTo>
                    <a:pt x="31979" y="17421"/>
                  </a:moveTo>
                  <a:lnTo>
                    <a:pt x="27381" y="17421"/>
                  </a:lnTo>
                  <a:lnTo>
                    <a:pt x="27381" y="12864"/>
                  </a:lnTo>
                  <a:lnTo>
                    <a:pt x="31979" y="12864"/>
                  </a:lnTo>
                  <a:close/>
                  <a:moveTo>
                    <a:pt x="31979" y="12622"/>
                  </a:moveTo>
                  <a:lnTo>
                    <a:pt x="27381" y="12622"/>
                  </a:lnTo>
                  <a:lnTo>
                    <a:pt x="27381" y="8025"/>
                  </a:lnTo>
                  <a:lnTo>
                    <a:pt x="31979" y="8025"/>
                  </a:lnTo>
                  <a:close/>
                  <a:moveTo>
                    <a:pt x="36777" y="89604"/>
                  </a:moveTo>
                  <a:lnTo>
                    <a:pt x="32220" y="89604"/>
                  </a:lnTo>
                  <a:lnTo>
                    <a:pt x="32220" y="85007"/>
                  </a:lnTo>
                  <a:lnTo>
                    <a:pt x="36777" y="85007"/>
                  </a:lnTo>
                  <a:close/>
                  <a:moveTo>
                    <a:pt x="36777" y="84765"/>
                  </a:moveTo>
                  <a:lnTo>
                    <a:pt x="32220" y="84765"/>
                  </a:lnTo>
                  <a:lnTo>
                    <a:pt x="32220" y="80208"/>
                  </a:lnTo>
                  <a:lnTo>
                    <a:pt x="36777" y="80208"/>
                  </a:lnTo>
                  <a:close/>
                  <a:moveTo>
                    <a:pt x="36777" y="79966"/>
                  </a:moveTo>
                  <a:lnTo>
                    <a:pt x="32220" y="79966"/>
                  </a:lnTo>
                  <a:lnTo>
                    <a:pt x="32220" y="75410"/>
                  </a:lnTo>
                  <a:lnTo>
                    <a:pt x="36777" y="75410"/>
                  </a:lnTo>
                  <a:close/>
                  <a:moveTo>
                    <a:pt x="36777" y="75168"/>
                  </a:moveTo>
                  <a:lnTo>
                    <a:pt x="32220" y="75168"/>
                  </a:lnTo>
                  <a:lnTo>
                    <a:pt x="32220" y="70570"/>
                  </a:lnTo>
                  <a:lnTo>
                    <a:pt x="36777" y="70570"/>
                  </a:lnTo>
                  <a:close/>
                  <a:moveTo>
                    <a:pt x="36777" y="70329"/>
                  </a:moveTo>
                  <a:lnTo>
                    <a:pt x="32220" y="70329"/>
                  </a:lnTo>
                  <a:lnTo>
                    <a:pt x="32220" y="65772"/>
                  </a:lnTo>
                  <a:lnTo>
                    <a:pt x="36777" y="65772"/>
                  </a:lnTo>
                  <a:close/>
                  <a:moveTo>
                    <a:pt x="36777" y="65530"/>
                  </a:moveTo>
                  <a:lnTo>
                    <a:pt x="32220" y="65530"/>
                  </a:lnTo>
                  <a:lnTo>
                    <a:pt x="32220" y="60973"/>
                  </a:lnTo>
                  <a:lnTo>
                    <a:pt x="36777" y="60973"/>
                  </a:lnTo>
                  <a:close/>
                  <a:moveTo>
                    <a:pt x="36777" y="60731"/>
                  </a:moveTo>
                  <a:lnTo>
                    <a:pt x="32220" y="60731"/>
                  </a:lnTo>
                  <a:lnTo>
                    <a:pt x="32220" y="56134"/>
                  </a:lnTo>
                  <a:lnTo>
                    <a:pt x="36777" y="56134"/>
                  </a:lnTo>
                  <a:close/>
                  <a:moveTo>
                    <a:pt x="36777" y="55892"/>
                  </a:moveTo>
                  <a:lnTo>
                    <a:pt x="32220" y="55892"/>
                  </a:lnTo>
                  <a:lnTo>
                    <a:pt x="32220" y="51335"/>
                  </a:lnTo>
                  <a:lnTo>
                    <a:pt x="36777" y="51335"/>
                  </a:lnTo>
                  <a:close/>
                  <a:moveTo>
                    <a:pt x="36777" y="51093"/>
                  </a:moveTo>
                  <a:lnTo>
                    <a:pt x="32220" y="51093"/>
                  </a:lnTo>
                  <a:lnTo>
                    <a:pt x="32220" y="46536"/>
                  </a:lnTo>
                  <a:lnTo>
                    <a:pt x="36777" y="46536"/>
                  </a:lnTo>
                  <a:close/>
                  <a:moveTo>
                    <a:pt x="36777" y="46294"/>
                  </a:moveTo>
                  <a:lnTo>
                    <a:pt x="32220" y="46294"/>
                  </a:lnTo>
                  <a:lnTo>
                    <a:pt x="32220" y="41697"/>
                  </a:lnTo>
                  <a:lnTo>
                    <a:pt x="36777" y="41697"/>
                  </a:lnTo>
                  <a:close/>
                  <a:moveTo>
                    <a:pt x="36777" y="41455"/>
                  </a:moveTo>
                  <a:lnTo>
                    <a:pt x="32220" y="41455"/>
                  </a:lnTo>
                  <a:lnTo>
                    <a:pt x="32220" y="36898"/>
                  </a:lnTo>
                  <a:lnTo>
                    <a:pt x="36777" y="36898"/>
                  </a:lnTo>
                  <a:close/>
                  <a:moveTo>
                    <a:pt x="36777" y="36656"/>
                  </a:moveTo>
                  <a:lnTo>
                    <a:pt x="32220" y="36656"/>
                  </a:lnTo>
                  <a:lnTo>
                    <a:pt x="32220" y="32059"/>
                  </a:lnTo>
                  <a:lnTo>
                    <a:pt x="36777" y="32059"/>
                  </a:lnTo>
                  <a:close/>
                  <a:moveTo>
                    <a:pt x="36777" y="31817"/>
                  </a:moveTo>
                  <a:lnTo>
                    <a:pt x="32220" y="31817"/>
                  </a:lnTo>
                  <a:lnTo>
                    <a:pt x="32220" y="27260"/>
                  </a:lnTo>
                  <a:lnTo>
                    <a:pt x="36777" y="27260"/>
                  </a:lnTo>
                  <a:close/>
                  <a:moveTo>
                    <a:pt x="36777" y="27018"/>
                  </a:moveTo>
                  <a:lnTo>
                    <a:pt x="32220" y="27018"/>
                  </a:lnTo>
                  <a:lnTo>
                    <a:pt x="32220" y="22462"/>
                  </a:lnTo>
                  <a:lnTo>
                    <a:pt x="36777" y="22462"/>
                  </a:lnTo>
                  <a:close/>
                  <a:moveTo>
                    <a:pt x="36777" y="22220"/>
                  </a:moveTo>
                  <a:lnTo>
                    <a:pt x="32220" y="22220"/>
                  </a:lnTo>
                  <a:lnTo>
                    <a:pt x="32220" y="17622"/>
                  </a:lnTo>
                  <a:lnTo>
                    <a:pt x="36777" y="17622"/>
                  </a:lnTo>
                  <a:close/>
                  <a:moveTo>
                    <a:pt x="36777" y="17380"/>
                  </a:moveTo>
                  <a:lnTo>
                    <a:pt x="32220" y="17380"/>
                  </a:lnTo>
                  <a:lnTo>
                    <a:pt x="32220" y="12824"/>
                  </a:lnTo>
                  <a:lnTo>
                    <a:pt x="36777" y="12824"/>
                  </a:lnTo>
                  <a:close/>
                  <a:moveTo>
                    <a:pt x="36777" y="12582"/>
                  </a:moveTo>
                  <a:lnTo>
                    <a:pt x="32220" y="12582"/>
                  </a:lnTo>
                  <a:lnTo>
                    <a:pt x="32220" y="8025"/>
                  </a:lnTo>
                  <a:lnTo>
                    <a:pt x="36777" y="8025"/>
                  </a:lnTo>
                  <a:close/>
                  <a:moveTo>
                    <a:pt x="36777" y="7783"/>
                  </a:moveTo>
                  <a:lnTo>
                    <a:pt x="32220" y="7783"/>
                  </a:lnTo>
                  <a:lnTo>
                    <a:pt x="32220" y="3307"/>
                  </a:lnTo>
                  <a:lnTo>
                    <a:pt x="36777" y="3307"/>
                  </a:lnTo>
                  <a:lnTo>
                    <a:pt x="36777" y="7904"/>
                  </a:lnTo>
                  <a:close/>
                  <a:moveTo>
                    <a:pt x="41616" y="89564"/>
                  </a:moveTo>
                  <a:lnTo>
                    <a:pt x="37019" y="89564"/>
                  </a:lnTo>
                  <a:lnTo>
                    <a:pt x="37019" y="85007"/>
                  </a:lnTo>
                  <a:lnTo>
                    <a:pt x="41616" y="85007"/>
                  </a:lnTo>
                  <a:close/>
                  <a:moveTo>
                    <a:pt x="41616" y="84765"/>
                  </a:moveTo>
                  <a:lnTo>
                    <a:pt x="37019" y="84765"/>
                  </a:lnTo>
                  <a:lnTo>
                    <a:pt x="37019" y="80168"/>
                  </a:lnTo>
                  <a:lnTo>
                    <a:pt x="41616" y="80168"/>
                  </a:lnTo>
                  <a:close/>
                  <a:moveTo>
                    <a:pt x="41616" y="79926"/>
                  </a:moveTo>
                  <a:lnTo>
                    <a:pt x="37019" y="79926"/>
                  </a:lnTo>
                  <a:lnTo>
                    <a:pt x="37019" y="75369"/>
                  </a:lnTo>
                  <a:lnTo>
                    <a:pt x="41616" y="75369"/>
                  </a:lnTo>
                  <a:close/>
                  <a:moveTo>
                    <a:pt x="41616" y="75127"/>
                  </a:moveTo>
                  <a:lnTo>
                    <a:pt x="37019" y="75127"/>
                  </a:lnTo>
                  <a:lnTo>
                    <a:pt x="37019" y="70570"/>
                  </a:lnTo>
                  <a:lnTo>
                    <a:pt x="41616" y="70570"/>
                  </a:lnTo>
                  <a:close/>
                  <a:moveTo>
                    <a:pt x="41616" y="70329"/>
                  </a:moveTo>
                  <a:lnTo>
                    <a:pt x="37019" y="70329"/>
                  </a:lnTo>
                  <a:lnTo>
                    <a:pt x="37019" y="65731"/>
                  </a:lnTo>
                  <a:lnTo>
                    <a:pt x="41616" y="65731"/>
                  </a:lnTo>
                  <a:close/>
                  <a:moveTo>
                    <a:pt x="41616" y="65489"/>
                  </a:moveTo>
                  <a:lnTo>
                    <a:pt x="37019" y="65489"/>
                  </a:lnTo>
                  <a:lnTo>
                    <a:pt x="37019" y="60933"/>
                  </a:lnTo>
                  <a:lnTo>
                    <a:pt x="41616" y="60933"/>
                  </a:lnTo>
                  <a:close/>
                  <a:moveTo>
                    <a:pt x="41616" y="60691"/>
                  </a:moveTo>
                  <a:lnTo>
                    <a:pt x="37019" y="60691"/>
                  </a:lnTo>
                  <a:lnTo>
                    <a:pt x="37019" y="56134"/>
                  </a:lnTo>
                  <a:lnTo>
                    <a:pt x="41616" y="56134"/>
                  </a:lnTo>
                  <a:close/>
                  <a:moveTo>
                    <a:pt x="41616" y="55892"/>
                  </a:moveTo>
                  <a:lnTo>
                    <a:pt x="37019" y="55892"/>
                  </a:lnTo>
                  <a:lnTo>
                    <a:pt x="37019" y="51295"/>
                  </a:lnTo>
                  <a:lnTo>
                    <a:pt x="41616" y="51295"/>
                  </a:lnTo>
                  <a:close/>
                  <a:moveTo>
                    <a:pt x="41616" y="51053"/>
                  </a:moveTo>
                  <a:lnTo>
                    <a:pt x="37019" y="51053"/>
                  </a:lnTo>
                  <a:lnTo>
                    <a:pt x="37019" y="46496"/>
                  </a:lnTo>
                  <a:lnTo>
                    <a:pt x="41616" y="46496"/>
                  </a:lnTo>
                  <a:close/>
                  <a:moveTo>
                    <a:pt x="41616" y="46254"/>
                  </a:moveTo>
                  <a:lnTo>
                    <a:pt x="37019" y="46254"/>
                  </a:lnTo>
                  <a:lnTo>
                    <a:pt x="37019" y="41697"/>
                  </a:lnTo>
                  <a:lnTo>
                    <a:pt x="41616" y="41697"/>
                  </a:lnTo>
                  <a:close/>
                  <a:moveTo>
                    <a:pt x="41616" y="41455"/>
                  </a:moveTo>
                  <a:lnTo>
                    <a:pt x="37019" y="41455"/>
                  </a:lnTo>
                  <a:lnTo>
                    <a:pt x="37019" y="36858"/>
                  </a:lnTo>
                  <a:lnTo>
                    <a:pt x="41616" y="36858"/>
                  </a:lnTo>
                  <a:close/>
                  <a:moveTo>
                    <a:pt x="41616" y="36616"/>
                  </a:moveTo>
                  <a:lnTo>
                    <a:pt x="37019" y="36616"/>
                  </a:lnTo>
                  <a:lnTo>
                    <a:pt x="37019" y="32059"/>
                  </a:lnTo>
                  <a:lnTo>
                    <a:pt x="41616" y="32059"/>
                  </a:lnTo>
                  <a:close/>
                  <a:moveTo>
                    <a:pt x="41616" y="31817"/>
                  </a:moveTo>
                  <a:lnTo>
                    <a:pt x="37019" y="31817"/>
                  </a:lnTo>
                  <a:lnTo>
                    <a:pt x="37019" y="27220"/>
                  </a:lnTo>
                  <a:lnTo>
                    <a:pt x="41616" y="27220"/>
                  </a:lnTo>
                  <a:close/>
                  <a:moveTo>
                    <a:pt x="41616" y="26978"/>
                  </a:moveTo>
                  <a:lnTo>
                    <a:pt x="37019" y="26978"/>
                  </a:lnTo>
                  <a:lnTo>
                    <a:pt x="37019" y="22421"/>
                  </a:lnTo>
                  <a:lnTo>
                    <a:pt x="41616" y="22421"/>
                  </a:lnTo>
                  <a:close/>
                  <a:moveTo>
                    <a:pt x="41616" y="22179"/>
                  </a:moveTo>
                  <a:lnTo>
                    <a:pt x="37019" y="22179"/>
                  </a:lnTo>
                  <a:lnTo>
                    <a:pt x="37019" y="17622"/>
                  </a:lnTo>
                  <a:lnTo>
                    <a:pt x="41616" y="17622"/>
                  </a:lnTo>
                  <a:close/>
                  <a:moveTo>
                    <a:pt x="41616" y="17380"/>
                  </a:moveTo>
                  <a:lnTo>
                    <a:pt x="37019" y="17380"/>
                  </a:lnTo>
                  <a:lnTo>
                    <a:pt x="37019" y="12783"/>
                  </a:lnTo>
                  <a:lnTo>
                    <a:pt x="41616" y="12783"/>
                  </a:lnTo>
                  <a:close/>
                  <a:moveTo>
                    <a:pt x="41616" y="12541"/>
                  </a:moveTo>
                  <a:lnTo>
                    <a:pt x="37019" y="12541"/>
                  </a:lnTo>
                  <a:lnTo>
                    <a:pt x="37019" y="7985"/>
                  </a:lnTo>
                  <a:lnTo>
                    <a:pt x="41616" y="7985"/>
                  </a:lnTo>
                  <a:close/>
                  <a:moveTo>
                    <a:pt x="41616" y="7743"/>
                  </a:moveTo>
                  <a:lnTo>
                    <a:pt x="37019" y="7743"/>
                  </a:lnTo>
                  <a:lnTo>
                    <a:pt x="37019" y="3307"/>
                  </a:lnTo>
                  <a:lnTo>
                    <a:pt x="41616" y="3307"/>
                  </a:lnTo>
                  <a:lnTo>
                    <a:pt x="41616" y="7904"/>
                  </a:lnTo>
                  <a:close/>
                  <a:moveTo>
                    <a:pt x="46415" y="89564"/>
                  </a:moveTo>
                  <a:lnTo>
                    <a:pt x="41858" y="89564"/>
                  </a:lnTo>
                  <a:lnTo>
                    <a:pt x="41858" y="84967"/>
                  </a:lnTo>
                  <a:lnTo>
                    <a:pt x="46415" y="84967"/>
                  </a:lnTo>
                  <a:close/>
                  <a:moveTo>
                    <a:pt x="46415" y="84725"/>
                  </a:moveTo>
                  <a:lnTo>
                    <a:pt x="41858" y="84725"/>
                  </a:lnTo>
                  <a:lnTo>
                    <a:pt x="41858" y="80168"/>
                  </a:lnTo>
                  <a:lnTo>
                    <a:pt x="46415" y="80168"/>
                  </a:lnTo>
                  <a:close/>
                  <a:moveTo>
                    <a:pt x="46415" y="79926"/>
                  </a:moveTo>
                  <a:lnTo>
                    <a:pt x="41858" y="79926"/>
                  </a:lnTo>
                  <a:lnTo>
                    <a:pt x="41858" y="75329"/>
                  </a:lnTo>
                  <a:lnTo>
                    <a:pt x="46415" y="75329"/>
                  </a:lnTo>
                  <a:close/>
                  <a:moveTo>
                    <a:pt x="46415" y="75087"/>
                  </a:moveTo>
                  <a:lnTo>
                    <a:pt x="41858" y="75087"/>
                  </a:lnTo>
                  <a:lnTo>
                    <a:pt x="41858" y="70530"/>
                  </a:lnTo>
                  <a:lnTo>
                    <a:pt x="46415" y="70530"/>
                  </a:lnTo>
                  <a:close/>
                  <a:moveTo>
                    <a:pt x="46415" y="70288"/>
                  </a:moveTo>
                  <a:lnTo>
                    <a:pt x="41858" y="70288"/>
                  </a:lnTo>
                  <a:lnTo>
                    <a:pt x="41858" y="65731"/>
                  </a:lnTo>
                  <a:lnTo>
                    <a:pt x="46415" y="65731"/>
                  </a:lnTo>
                  <a:close/>
                  <a:moveTo>
                    <a:pt x="46415" y="65489"/>
                  </a:moveTo>
                  <a:lnTo>
                    <a:pt x="41858" y="65489"/>
                  </a:lnTo>
                  <a:lnTo>
                    <a:pt x="41858" y="60892"/>
                  </a:lnTo>
                  <a:lnTo>
                    <a:pt x="46415" y="60892"/>
                  </a:lnTo>
                  <a:close/>
                  <a:moveTo>
                    <a:pt x="46415" y="60650"/>
                  </a:moveTo>
                  <a:lnTo>
                    <a:pt x="41858" y="60650"/>
                  </a:lnTo>
                  <a:lnTo>
                    <a:pt x="41858" y="56093"/>
                  </a:lnTo>
                  <a:lnTo>
                    <a:pt x="46415" y="56093"/>
                  </a:lnTo>
                  <a:close/>
                  <a:moveTo>
                    <a:pt x="46415" y="55851"/>
                  </a:moveTo>
                  <a:lnTo>
                    <a:pt x="41858" y="55851"/>
                  </a:lnTo>
                  <a:lnTo>
                    <a:pt x="41858" y="51295"/>
                  </a:lnTo>
                  <a:lnTo>
                    <a:pt x="46415" y="51295"/>
                  </a:lnTo>
                  <a:close/>
                  <a:moveTo>
                    <a:pt x="46415" y="51053"/>
                  </a:moveTo>
                  <a:lnTo>
                    <a:pt x="41858" y="51053"/>
                  </a:lnTo>
                  <a:lnTo>
                    <a:pt x="41858" y="46456"/>
                  </a:lnTo>
                  <a:lnTo>
                    <a:pt x="46415" y="46456"/>
                  </a:lnTo>
                  <a:close/>
                  <a:moveTo>
                    <a:pt x="46415" y="46214"/>
                  </a:moveTo>
                  <a:lnTo>
                    <a:pt x="41858" y="46214"/>
                  </a:lnTo>
                  <a:lnTo>
                    <a:pt x="41858" y="41657"/>
                  </a:lnTo>
                  <a:lnTo>
                    <a:pt x="46415" y="41657"/>
                  </a:lnTo>
                  <a:close/>
                  <a:moveTo>
                    <a:pt x="46415" y="41415"/>
                  </a:moveTo>
                  <a:lnTo>
                    <a:pt x="41858" y="41415"/>
                  </a:lnTo>
                  <a:lnTo>
                    <a:pt x="41858" y="36858"/>
                  </a:lnTo>
                  <a:lnTo>
                    <a:pt x="46415" y="36858"/>
                  </a:lnTo>
                  <a:close/>
                  <a:moveTo>
                    <a:pt x="46415" y="36616"/>
                  </a:moveTo>
                  <a:lnTo>
                    <a:pt x="41858" y="36616"/>
                  </a:lnTo>
                  <a:lnTo>
                    <a:pt x="41858" y="32019"/>
                  </a:lnTo>
                  <a:lnTo>
                    <a:pt x="46415" y="32019"/>
                  </a:lnTo>
                  <a:close/>
                  <a:moveTo>
                    <a:pt x="46415" y="31777"/>
                  </a:moveTo>
                  <a:lnTo>
                    <a:pt x="41858" y="31777"/>
                  </a:lnTo>
                  <a:lnTo>
                    <a:pt x="41858" y="27220"/>
                  </a:lnTo>
                  <a:lnTo>
                    <a:pt x="46415" y="27220"/>
                  </a:lnTo>
                  <a:close/>
                  <a:moveTo>
                    <a:pt x="46415" y="26978"/>
                  </a:moveTo>
                  <a:lnTo>
                    <a:pt x="41858" y="26978"/>
                  </a:lnTo>
                  <a:lnTo>
                    <a:pt x="41858" y="22381"/>
                  </a:lnTo>
                  <a:lnTo>
                    <a:pt x="46415" y="22381"/>
                  </a:lnTo>
                  <a:close/>
                  <a:moveTo>
                    <a:pt x="46415" y="22139"/>
                  </a:moveTo>
                  <a:lnTo>
                    <a:pt x="41858" y="22139"/>
                  </a:lnTo>
                  <a:lnTo>
                    <a:pt x="41858" y="17582"/>
                  </a:lnTo>
                  <a:lnTo>
                    <a:pt x="46415" y="17582"/>
                  </a:lnTo>
                  <a:close/>
                  <a:moveTo>
                    <a:pt x="46415" y="17340"/>
                  </a:moveTo>
                  <a:lnTo>
                    <a:pt x="41858" y="17340"/>
                  </a:lnTo>
                  <a:lnTo>
                    <a:pt x="41858" y="12783"/>
                  </a:lnTo>
                  <a:lnTo>
                    <a:pt x="46415" y="12783"/>
                  </a:lnTo>
                  <a:close/>
                  <a:moveTo>
                    <a:pt x="46415" y="12541"/>
                  </a:moveTo>
                  <a:lnTo>
                    <a:pt x="41858" y="12541"/>
                  </a:lnTo>
                  <a:lnTo>
                    <a:pt x="41858" y="7944"/>
                  </a:lnTo>
                  <a:lnTo>
                    <a:pt x="46415" y="7944"/>
                  </a:lnTo>
                  <a:close/>
                  <a:moveTo>
                    <a:pt x="46415" y="7702"/>
                  </a:moveTo>
                  <a:lnTo>
                    <a:pt x="41858" y="7702"/>
                  </a:lnTo>
                  <a:lnTo>
                    <a:pt x="41858" y="3307"/>
                  </a:lnTo>
                  <a:lnTo>
                    <a:pt x="46415" y="3307"/>
                  </a:lnTo>
                  <a:lnTo>
                    <a:pt x="46415" y="7904"/>
                  </a:lnTo>
                  <a:close/>
                  <a:moveTo>
                    <a:pt x="51214" y="89524"/>
                  </a:moveTo>
                  <a:lnTo>
                    <a:pt x="46657" y="89524"/>
                  </a:lnTo>
                  <a:lnTo>
                    <a:pt x="46657" y="84967"/>
                  </a:lnTo>
                  <a:lnTo>
                    <a:pt x="51214" y="84967"/>
                  </a:lnTo>
                  <a:close/>
                  <a:moveTo>
                    <a:pt x="51214" y="84685"/>
                  </a:moveTo>
                  <a:lnTo>
                    <a:pt x="46657" y="84685"/>
                  </a:lnTo>
                  <a:lnTo>
                    <a:pt x="46657" y="80128"/>
                  </a:lnTo>
                  <a:lnTo>
                    <a:pt x="51214" y="80128"/>
                  </a:lnTo>
                  <a:close/>
                  <a:moveTo>
                    <a:pt x="51214" y="79886"/>
                  </a:moveTo>
                  <a:lnTo>
                    <a:pt x="46657" y="79886"/>
                  </a:lnTo>
                  <a:lnTo>
                    <a:pt x="46657" y="75329"/>
                  </a:lnTo>
                  <a:lnTo>
                    <a:pt x="51214" y="75329"/>
                  </a:lnTo>
                  <a:close/>
                  <a:moveTo>
                    <a:pt x="51214" y="75087"/>
                  </a:moveTo>
                  <a:lnTo>
                    <a:pt x="46657" y="75087"/>
                  </a:lnTo>
                  <a:lnTo>
                    <a:pt x="46657" y="70490"/>
                  </a:lnTo>
                  <a:lnTo>
                    <a:pt x="51214" y="70490"/>
                  </a:lnTo>
                  <a:close/>
                  <a:moveTo>
                    <a:pt x="51214" y="70248"/>
                  </a:moveTo>
                  <a:lnTo>
                    <a:pt x="46657" y="70248"/>
                  </a:lnTo>
                  <a:lnTo>
                    <a:pt x="46657" y="65691"/>
                  </a:lnTo>
                  <a:lnTo>
                    <a:pt x="51214" y="65691"/>
                  </a:lnTo>
                  <a:close/>
                  <a:moveTo>
                    <a:pt x="51214" y="65449"/>
                  </a:moveTo>
                  <a:lnTo>
                    <a:pt x="46657" y="65449"/>
                  </a:lnTo>
                  <a:lnTo>
                    <a:pt x="46657" y="60892"/>
                  </a:lnTo>
                  <a:lnTo>
                    <a:pt x="51214" y="60892"/>
                  </a:lnTo>
                  <a:close/>
                  <a:moveTo>
                    <a:pt x="51214" y="60650"/>
                  </a:moveTo>
                  <a:lnTo>
                    <a:pt x="46657" y="60650"/>
                  </a:lnTo>
                  <a:lnTo>
                    <a:pt x="46657" y="56053"/>
                  </a:lnTo>
                  <a:lnTo>
                    <a:pt x="51214" y="56053"/>
                  </a:lnTo>
                  <a:close/>
                  <a:moveTo>
                    <a:pt x="51214" y="55811"/>
                  </a:moveTo>
                  <a:lnTo>
                    <a:pt x="46657" y="55811"/>
                  </a:lnTo>
                  <a:lnTo>
                    <a:pt x="46657" y="51254"/>
                  </a:lnTo>
                  <a:lnTo>
                    <a:pt x="51214" y="51254"/>
                  </a:lnTo>
                  <a:close/>
                  <a:moveTo>
                    <a:pt x="51214" y="51012"/>
                  </a:moveTo>
                  <a:lnTo>
                    <a:pt x="46657" y="51012"/>
                  </a:lnTo>
                  <a:lnTo>
                    <a:pt x="46657" y="46456"/>
                  </a:lnTo>
                  <a:lnTo>
                    <a:pt x="51214" y="46456"/>
                  </a:lnTo>
                  <a:close/>
                  <a:moveTo>
                    <a:pt x="51214" y="46214"/>
                  </a:moveTo>
                  <a:lnTo>
                    <a:pt x="46657" y="46214"/>
                  </a:lnTo>
                  <a:lnTo>
                    <a:pt x="46657" y="41616"/>
                  </a:lnTo>
                  <a:lnTo>
                    <a:pt x="51214" y="41616"/>
                  </a:lnTo>
                  <a:close/>
                  <a:moveTo>
                    <a:pt x="51214" y="41374"/>
                  </a:moveTo>
                  <a:lnTo>
                    <a:pt x="46657" y="41374"/>
                  </a:lnTo>
                  <a:lnTo>
                    <a:pt x="46657" y="36818"/>
                  </a:lnTo>
                  <a:lnTo>
                    <a:pt x="51214" y="36818"/>
                  </a:lnTo>
                  <a:close/>
                  <a:moveTo>
                    <a:pt x="51214" y="36576"/>
                  </a:moveTo>
                  <a:lnTo>
                    <a:pt x="46657" y="36576"/>
                  </a:lnTo>
                  <a:lnTo>
                    <a:pt x="46657" y="32019"/>
                  </a:lnTo>
                  <a:lnTo>
                    <a:pt x="51214" y="32019"/>
                  </a:lnTo>
                  <a:close/>
                  <a:moveTo>
                    <a:pt x="51214" y="31777"/>
                  </a:moveTo>
                  <a:lnTo>
                    <a:pt x="46657" y="31777"/>
                  </a:lnTo>
                  <a:lnTo>
                    <a:pt x="46657" y="27180"/>
                  </a:lnTo>
                  <a:lnTo>
                    <a:pt x="51214" y="27180"/>
                  </a:lnTo>
                  <a:close/>
                  <a:moveTo>
                    <a:pt x="51214" y="26938"/>
                  </a:moveTo>
                  <a:lnTo>
                    <a:pt x="46657" y="26938"/>
                  </a:lnTo>
                  <a:lnTo>
                    <a:pt x="46657" y="22381"/>
                  </a:lnTo>
                  <a:lnTo>
                    <a:pt x="51214" y="22381"/>
                  </a:lnTo>
                  <a:close/>
                  <a:moveTo>
                    <a:pt x="51214" y="22139"/>
                  </a:moveTo>
                  <a:lnTo>
                    <a:pt x="46657" y="22139"/>
                  </a:lnTo>
                  <a:lnTo>
                    <a:pt x="46657" y="17582"/>
                  </a:lnTo>
                  <a:lnTo>
                    <a:pt x="51214" y="17582"/>
                  </a:lnTo>
                  <a:close/>
                  <a:moveTo>
                    <a:pt x="51214" y="17340"/>
                  </a:moveTo>
                  <a:lnTo>
                    <a:pt x="46657" y="17340"/>
                  </a:lnTo>
                  <a:lnTo>
                    <a:pt x="46657" y="12743"/>
                  </a:lnTo>
                  <a:lnTo>
                    <a:pt x="51214" y="12743"/>
                  </a:lnTo>
                  <a:close/>
                  <a:moveTo>
                    <a:pt x="51214" y="12501"/>
                  </a:moveTo>
                  <a:lnTo>
                    <a:pt x="46657" y="12501"/>
                  </a:lnTo>
                  <a:lnTo>
                    <a:pt x="46657" y="7944"/>
                  </a:lnTo>
                  <a:lnTo>
                    <a:pt x="51214" y="7944"/>
                  </a:lnTo>
                  <a:close/>
                  <a:moveTo>
                    <a:pt x="51214" y="7702"/>
                  </a:moveTo>
                  <a:lnTo>
                    <a:pt x="46657" y="7702"/>
                  </a:lnTo>
                  <a:lnTo>
                    <a:pt x="46657" y="3307"/>
                  </a:lnTo>
                  <a:lnTo>
                    <a:pt x="51214" y="3307"/>
                  </a:lnTo>
                  <a:lnTo>
                    <a:pt x="51214" y="7904"/>
                  </a:lnTo>
                  <a:close/>
                  <a:moveTo>
                    <a:pt x="56053" y="89483"/>
                  </a:moveTo>
                  <a:lnTo>
                    <a:pt x="51456" y="89483"/>
                  </a:lnTo>
                  <a:lnTo>
                    <a:pt x="51456" y="84927"/>
                  </a:lnTo>
                  <a:lnTo>
                    <a:pt x="56053" y="84927"/>
                  </a:lnTo>
                  <a:close/>
                  <a:moveTo>
                    <a:pt x="56053" y="84685"/>
                  </a:moveTo>
                  <a:lnTo>
                    <a:pt x="51456" y="84685"/>
                  </a:lnTo>
                  <a:lnTo>
                    <a:pt x="51456" y="80087"/>
                  </a:lnTo>
                  <a:lnTo>
                    <a:pt x="56053" y="80087"/>
                  </a:lnTo>
                  <a:close/>
                  <a:moveTo>
                    <a:pt x="56053" y="79845"/>
                  </a:moveTo>
                  <a:lnTo>
                    <a:pt x="51456" y="79845"/>
                  </a:lnTo>
                  <a:lnTo>
                    <a:pt x="51456" y="75289"/>
                  </a:lnTo>
                  <a:lnTo>
                    <a:pt x="56053" y="75289"/>
                  </a:lnTo>
                  <a:close/>
                  <a:moveTo>
                    <a:pt x="56053" y="75047"/>
                  </a:moveTo>
                  <a:lnTo>
                    <a:pt x="51456" y="75047"/>
                  </a:lnTo>
                  <a:lnTo>
                    <a:pt x="51456" y="70490"/>
                  </a:lnTo>
                  <a:lnTo>
                    <a:pt x="56053" y="70490"/>
                  </a:lnTo>
                  <a:close/>
                  <a:moveTo>
                    <a:pt x="56053" y="70248"/>
                  </a:moveTo>
                  <a:lnTo>
                    <a:pt x="51456" y="70248"/>
                  </a:lnTo>
                  <a:lnTo>
                    <a:pt x="51456" y="65651"/>
                  </a:lnTo>
                  <a:lnTo>
                    <a:pt x="56053" y="65651"/>
                  </a:lnTo>
                  <a:close/>
                  <a:moveTo>
                    <a:pt x="56053" y="65409"/>
                  </a:moveTo>
                  <a:lnTo>
                    <a:pt x="51456" y="65409"/>
                  </a:lnTo>
                  <a:lnTo>
                    <a:pt x="51456" y="60852"/>
                  </a:lnTo>
                  <a:lnTo>
                    <a:pt x="56053" y="60852"/>
                  </a:lnTo>
                  <a:close/>
                  <a:moveTo>
                    <a:pt x="56053" y="60610"/>
                  </a:moveTo>
                  <a:lnTo>
                    <a:pt x="51456" y="60610"/>
                  </a:lnTo>
                  <a:lnTo>
                    <a:pt x="51456" y="56053"/>
                  </a:lnTo>
                  <a:lnTo>
                    <a:pt x="56053" y="56053"/>
                  </a:lnTo>
                  <a:close/>
                  <a:moveTo>
                    <a:pt x="56053" y="55811"/>
                  </a:moveTo>
                  <a:lnTo>
                    <a:pt x="51456" y="55811"/>
                  </a:lnTo>
                  <a:lnTo>
                    <a:pt x="51456" y="51214"/>
                  </a:lnTo>
                  <a:lnTo>
                    <a:pt x="56053" y="51214"/>
                  </a:lnTo>
                  <a:close/>
                  <a:moveTo>
                    <a:pt x="56053" y="50972"/>
                  </a:moveTo>
                  <a:lnTo>
                    <a:pt x="51456" y="50972"/>
                  </a:lnTo>
                  <a:lnTo>
                    <a:pt x="51456" y="46415"/>
                  </a:lnTo>
                  <a:lnTo>
                    <a:pt x="56053" y="46415"/>
                  </a:lnTo>
                  <a:close/>
                  <a:moveTo>
                    <a:pt x="56053" y="46173"/>
                  </a:moveTo>
                  <a:lnTo>
                    <a:pt x="51456" y="46173"/>
                  </a:lnTo>
                  <a:lnTo>
                    <a:pt x="51456" y="41616"/>
                  </a:lnTo>
                  <a:lnTo>
                    <a:pt x="56053" y="41616"/>
                  </a:lnTo>
                  <a:close/>
                  <a:moveTo>
                    <a:pt x="56053" y="41374"/>
                  </a:moveTo>
                  <a:lnTo>
                    <a:pt x="51456" y="41374"/>
                  </a:lnTo>
                  <a:lnTo>
                    <a:pt x="51456" y="36777"/>
                  </a:lnTo>
                  <a:lnTo>
                    <a:pt x="56053" y="36777"/>
                  </a:lnTo>
                  <a:close/>
                  <a:moveTo>
                    <a:pt x="56053" y="36535"/>
                  </a:moveTo>
                  <a:lnTo>
                    <a:pt x="51456" y="36535"/>
                  </a:lnTo>
                  <a:lnTo>
                    <a:pt x="51456" y="31978"/>
                  </a:lnTo>
                  <a:lnTo>
                    <a:pt x="56053" y="31978"/>
                  </a:lnTo>
                  <a:close/>
                  <a:moveTo>
                    <a:pt x="56053" y="31737"/>
                  </a:moveTo>
                  <a:lnTo>
                    <a:pt x="51456" y="31737"/>
                  </a:lnTo>
                  <a:lnTo>
                    <a:pt x="51456" y="27180"/>
                  </a:lnTo>
                  <a:lnTo>
                    <a:pt x="56053" y="27180"/>
                  </a:lnTo>
                  <a:close/>
                  <a:moveTo>
                    <a:pt x="56053" y="26938"/>
                  </a:moveTo>
                  <a:lnTo>
                    <a:pt x="51456" y="26938"/>
                  </a:lnTo>
                  <a:lnTo>
                    <a:pt x="51456" y="22341"/>
                  </a:lnTo>
                  <a:lnTo>
                    <a:pt x="56053" y="22341"/>
                  </a:lnTo>
                  <a:close/>
                  <a:moveTo>
                    <a:pt x="56053" y="22099"/>
                  </a:moveTo>
                  <a:lnTo>
                    <a:pt x="51456" y="22099"/>
                  </a:lnTo>
                  <a:lnTo>
                    <a:pt x="51456" y="17542"/>
                  </a:lnTo>
                  <a:lnTo>
                    <a:pt x="56053" y="17542"/>
                  </a:lnTo>
                  <a:close/>
                  <a:moveTo>
                    <a:pt x="56053" y="17300"/>
                  </a:moveTo>
                  <a:lnTo>
                    <a:pt x="51456" y="17300"/>
                  </a:lnTo>
                  <a:lnTo>
                    <a:pt x="51456" y="12743"/>
                  </a:lnTo>
                  <a:lnTo>
                    <a:pt x="56053" y="12743"/>
                  </a:lnTo>
                  <a:close/>
                  <a:moveTo>
                    <a:pt x="56053" y="12501"/>
                  </a:moveTo>
                  <a:lnTo>
                    <a:pt x="51456" y="12501"/>
                  </a:lnTo>
                  <a:lnTo>
                    <a:pt x="51456" y="7904"/>
                  </a:lnTo>
                  <a:lnTo>
                    <a:pt x="56053" y="7904"/>
                  </a:lnTo>
                  <a:close/>
                  <a:moveTo>
                    <a:pt x="56053" y="7662"/>
                  </a:moveTo>
                  <a:lnTo>
                    <a:pt x="51456" y="7662"/>
                  </a:lnTo>
                  <a:lnTo>
                    <a:pt x="51456" y="3307"/>
                  </a:lnTo>
                  <a:lnTo>
                    <a:pt x="56053" y="3307"/>
                  </a:lnTo>
                  <a:lnTo>
                    <a:pt x="56053" y="7904"/>
                  </a:lnTo>
                  <a:close/>
                  <a:moveTo>
                    <a:pt x="60852" y="89483"/>
                  </a:moveTo>
                  <a:lnTo>
                    <a:pt x="56295" y="89483"/>
                  </a:lnTo>
                  <a:lnTo>
                    <a:pt x="56295" y="84886"/>
                  </a:lnTo>
                  <a:lnTo>
                    <a:pt x="60852" y="84886"/>
                  </a:lnTo>
                  <a:close/>
                  <a:moveTo>
                    <a:pt x="60852" y="84644"/>
                  </a:moveTo>
                  <a:lnTo>
                    <a:pt x="56295" y="84644"/>
                  </a:lnTo>
                  <a:lnTo>
                    <a:pt x="56295" y="80087"/>
                  </a:lnTo>
                  <a:lnTo>
                    <a:pt x="60852" y="80087"/>
                  </a:lnTo>
                  <a:close/>
                  <a:moveTo>
                    <a:pt x="60852" y="79845"/>
                  </a:moveTo>
                  <a:lnTo>
                    <a:pt x="56295" y="79845"/>
                  </a:lnTo>
                  <a:lnTo>
                    <a:pt x="56295" y="75248"/>
                  </a:lnTo>
                  <a:lnTo>
                    <a:pt x="60852" y="75248"/>
                  </a:lnTo>
                  <a:close/>
                  <a:moveTo>
                    <a:pt x="60852" y="75006"/>
                  </a:moveTo>
                  <a:lnTo>
                    <a:pt x="56295" y="75006"/>
                  </a:lnTo>
                  <a:lnTo>
                    <a:pt x="56295" y="70449"/>
                  </a:lnTo>
                  <a:lnTo>
                    <a:pt x="60852" y="70449"/>
                  </a:lnTo>
                  <a:close/>
                  <a:moveTo>
                    <a:pt x="60852" y="70208"/>
                  </a:moveTo>
                  <a:lnTo>
                    <a:pt x="56295" y="70208"/>
                  </a:lnTo>
                  <a:lnTo>
                    <a:pt x="56295" y="65651"/>
                  </a:lnTo>
                  <a:lnTo>
                    <a:pt x="60852" y="65651"/>
                  </a:lnTo>
                  <a:close/>
                  <a:moveTo>
                    <a:pt x="60852" y="65409"/>
                  </a:moveTo>
                  <a:lnTo>
                    <a:pt x="56295" y="65409"/>
                  </a:lnTo>
                  <a:lnTo>
                    <a:pt x="56295" y="60812"/>
                  </a:lnTo>
                  <a:lnTo>
                    <a:pt x="60852" y="60812"/>
                  </a:lnTo>
                  <a:close/>
                  <a:moveTo>
                    <a:pt x="60852" y="60570"/>
                  </a:moveTo>
                  <a:lnTo>
                    <a:pt x="56295" y="60570"/>
                  </a:lnTo>
                  <a:lnTo>
                    <a:pt x="56295" y="56013"/>
                  </a:lnTo>
                  <a:lnTo>
                    <a:pt x="60852" y="56013"/>
                  </a:lnTo>
                  <a:close/>
                  <a:moveTo>
                    <a:pt x="60852" y="55771"/>
                  </a:moveTo>
                  <a:lnTo>
                    <a:pt x="56295" y="55771"/>
                  </a:lnTo>
                  <a:lnTo>
                    <a:pt x="56295" y="51214"/>
                  </a:lnTo>
                  <a:lnTo>
                    <a:pt x="60852" y="51214"/>
                  </a:lnTo>
                  <a:close/>
                  <a:moveTo>
                    <a:pt x="60852" y="50972"/>
                  </a:moveTo>
                  <a:lnTo>
                    <a:pt x="56295" y="50972"/>
                  </a:lnTo>
                  <a:lnTo>
                    <a:pt x="56295" y="46375"/>
                  </a:lnTo>
                  <a:lnTo>
                    <a:pt x="60852" y="46375"/>
                  </a:lnTo>
                  <a:close/>
                  <a:moveTo>
                    <a:pt x="60852" y="46133"/>
                  </a:moveTo>
                  <a:lnTo>
                    <a:pt x="56295" y="46133"/>
                  </a:lnTo>
                  <a:lnTo>
                    <a:pt x="56295" y="41576"/>
                  </a:lnTo>
                  <a:lnTo>
                    <a:pt x="60852" y="41576"/>
                  </a:lnTo>
                  <a:close/>
                  <a:moveTo>
                    <a:pt x="60852" y="41334"/>
                  </a:moveTo>
                  <a:lnTo>
                    <a:pt x="56295" y="41334"/>
                  </a:lnTo>
                  <a:lnTo>
                    <a:pt x="56295" y="36777"/>
                  </a:lnTo>
                  <a:lnTo>
                    <a:pt x="60852" y="36777"/>
                  </a:lnTo>
                  <a:close/>
                  <a:moveTo>
                    <a:pt x="60852" y="36535"/>
                  </a:moveTo>
                  <a:lnTo>
                    <a:pt x="56295" y="36535"/>
                  </a:lnTo>
                  <a:lnTo>
                    <a:pt x="56295" y="31938"/>
                  </a:lnTo>
                  <a:lnTo>
                    <a:pt x="60852" y="31938"/>
                  </a:lnTo>
                  <a:close/>
                  <a:moveTo>
                    <a:pt x="60852" y="31696"/>
                  </a:moveTo>
                  <a:lnTo>
                    <a:pt x="56295" y="31696"/>
                  </a:lnTo>
                  <a:lnTo>
                    <a:pt x="56295" y="27139"/>
                  </a:lnTo>
                  <a:lnTo>
                    <a:pt x="60852" y="27139"/>
                  </a:lnTo>
                  <a:close/>
                  <a:moveTo>
                    <a:pt x="60852" y="26897"/>
                  </a:moveTo>
                  <a:lnTo>
                    <a:pt x="56295" y="26897"/>
                  </a:lnTo>
                  <a:lnTo>
                    <a:pt x="56295" y="22341"/>
                  </a:lnTo>
                  <a:lnTo>
                    <a:pt x="60852" y="22341"/>
                  </a:lnTo>
                  <a:close/>
                  <a:moveTo>
                    <a:pt x="60852" y="22099"/>
                  </a:moveTo>
                  <a:lnTo>
                    <a:pt x="56295" y="22099"/>
                  </a:lnTo>
                  <a:lnTo>
                    <a:pt x="56295" y="17501"/>
                  </a:lnTo>
                  <a:lnTo>
                    <a:pt x="60852" y="17501"/>
                  </a:lnTo>
                  <a:close/>
                  <a:moveTo>
                    <a:pt x="60852" y="17260"/>
                  </a:moveTo>
                  <a:lnTo>
                    <a:pt x="56295" y="17260"/>
                  </a:lnTo>
                  <a:lnTo>
                    <a:pt x="56295" y="12703"/>
                  </a:lnTo>
                  <a:lnTo>
                    <a:pt x="60852" y="12703"/>
                  </a:lnTo>
                  <a:close/>
                  <a:moveTo>
                    <a:pt x="60852" y="12461"/>
                  </a:moveTo>
                  <a:lnTo>
                    <a:pt x="56295" y="12461"/>
                  </a:lnTo>
                  <a:lnTo>
                    <a:pt x="56295" y="7904"/>
                  </a:lnTo>
                  <a:lnTo>
                    <a:pt x="60852" y="7904"/>
                  </a:lnTo>
                  <a:close/>
                  <a:moveTo>
                    <a:pt x="60852" y="7662"/>
                  </a:moveTo>
                  <a:lnTo>
                    <a:pt x="56295" y="7662"/>
                  </a:lnTo>
                  <a:lnTo>
                    <a:pt x="56295" y="3307"/>
                  </a:lnTo>
                  <a:lnTo>
                    <a:pt x="60852" y="3307"/>
                  </a:lnTo>
                  <a:lnTo>
                    <a:pt x="60852" y="7904"/>
                  </a:lnTo>
                  <a:close/>
                  <a:moveTo>
                    <a:pt x="65651" y="84644"/>
                  </a:moveTo>
                  <a:lnTo>
                    <a:pt x="61094" y="84644"/>
                  </a:lnTo>
                  <a:lnTo>
                    <a:pt x="61094" y="80047"/>
                  </a:lnTo>
                  <a:lnTo>
                    <a:pt x="65651" y="80047"/>
                  </a:lnTo>
                  <a:close/>
                  <a:moveTo>
                    <a:pt x="65651" y="79805"/>
                  </a:moveTo>
                  <a:lnTo>
                    <a:pt x="61094" y="79805"/>
                  </a:lnTo>
                  <a:lnTo>
                    <a:pt x="61094" y="75248"/>
                  </a:lnTo>
                  <a:lnTo>
                    <a:pt x="65651" y="75248"/>
                  </a:lnTo>
                  <a:close/>
                  <a:moveTo>
                    <a:pt x="65651" y="75006"/>
                  </a:moveTo>
                  <a:lnTo>
                    <a:pt x="61094" y="75006"/>
                  </a:lnTo>
                  <a:lnTo>
                    <a:pt x="61094" y="70449"/>
                  </a:lnTo>
                  <a:lnTo>
                    <a:pt x="65651" y="70449"/>
                  </a:lnTo>
                  <a:close/>
                  <a:moveTo>
                    <a:pt x="65651" y="70208"/>
                  </a:moveTo>
                  <a:lnTo>
                    <a:pt x="61094" y="70208"/>
                  </a:lnTo>
                  <a:lnTo>
                    <a:pt x="61094" y="65610"/>
                  </a:lnTo>
                  <a:lnTo>
                    <a:pt x="65651" y="65610"/>
                  </a:lnTo>
                  <a:close/>
                  <a:moveTo>
                    <a:pt x="65651" y="65368"/>
                  </a:moveTo>
                  <a:lnTo>
                    <a:pt x="61094" y="65368"/>
                  </a:lnTo>
                  <a:lnTo>
                    <a:pt x="61094" y="60812"/>
                  </a:lnTo>
                  <a:lnTo>
                    <a:pt x="65651" y="60812"/>
                  </a:lnTo>
                  <a:close/>
                  <a:moveTo>
                    <a:pt x="65651" y="60570"/>
                  </a:moveTo>
                  <a:lnTo>
                    <a:pt x="61094" y="60570"/>
                  </a:lnTo>
                  <a:lnTo>
                    <a:pt x="61094" y="56013"/>
                  </a:lnTo>
                  <a:lnTo>
                    <a:pt x="65651" y="56013"/>
                  </a:lnTo>
                  <a:close/>
                  <a:moveTo>
                    <a:pt x="65651" y="55771"/>
                  </a:moveTo>
                  <a:lnTo>
                    <a:pt x="61094" y="55771"/>
                  </a:lnTo>
                  <a:lnTo>
                    <a:pt x="61094" y="51174"/>
                  </a:lnTo>
                  <a:lnTo>
                    <a:pt x="65651" y="51174"/>
                  </a:lnTo>
                  <a:close/>
                  <a:moveTo>
                    <a:pt x="65651" y="50932"/>
                  </a:moveTo>
                  <a:lnTo>
                    <a:pt x="61094" y="50932"/>
                  </a:lnTo>
                  <a:lnTo>
                    <a:pt x="61094" y="46375"/>
                  </a:lnTo>
                  <a:lnTo>
                    <a:pt x="65651" y="46375"/>
                  </a:lnTo>
                  <a:close/>
                  <a:moveTo>
                    <a:pt x="65651" y="46133"/>
                  </a:moveTo>
                  <a:lnTo>
                    <a:pt x="61094" y="46133"/>
                  </a:lnTo>
                  <a:lnTo>
                    <a:pt x="61094" y="41536"/>
                  </a:lnTo>
                  <a:lnTo>
                    <a:pt x="65651" y="41536"/>
                  </a:lnTo>
                  <a:close/>
                  <a:moveTo>
                    <a:pt x="65651" y="41294"/>
                  </a:moveTo>
                  <a:lnTo>
                    <a:pt x="61094" y="41294"/>
                  </a:lnTo>
                  <a:lnTo>
                    <a:pt x="61094" y="36737"/>
                  </a:lnTo>
                  <a:lnTo>
                    <a:pt x="65651" y="36737"/>
                  </a:lnTo>
                  <a:close/>
                  <a:moveTo>
                    <a:pt x="65651" y="36495"/>
                  </a:moveTo>
                  <a:lnTo>
                    <a:pt x="61094" y="36495"/>
                  </a:lnTo>
                  <a:lnTo>
                    <a:pt x="61094" y="31938"/>
                  </a:lnTo>
                  <a:lnTo>
                    <a:pt x="65651" y="31938"/>
                  </a:lnTo>
                  <a:close/>
                  <a:moveTo>
                    <a:pt x="65651" y="31696"/>
                  </a:moveTo>
                  <a:lnTo>
                    <a:pt x="61094" y="31696"/>
                  </a:lnTo>
                  <a:lnTo>
                    <a:pt x="61094" y="27099"/>
                  </a:lnTo>
                  <a:lnTo>
                    <a:pt x="65651" y="27099"/>
                  </a:lnTo>
                  <a:close/>
                  <a:moveTo>
                    <a:pt x="65651" y="26857"/>
                  </a:moveTo>
                  <a:lnTo>
                    <a:pt x="61094" y="26857"/>
                  </a:lnTo>
                  <a:lnTo>
                    <a:pt x="61094" y="22300"/>
                  </a:lnTo>
                  <a:lnTo>
                    <a:pt x="65651" y="22300"/>
                  </a:lnTo>
                  <a:close/>
                  <a:moveTo>
                    <a:pt x="65651" y="22058"/>
                  </a:moveTo>
                  <a:lnTo>
                    <a:pt x="61094" y="22058"/>
                  </a:lnTo>
                  <a:lnTo>
                    <a:pt x="61094" y="17501"/>
                  </a:lnTo>
                  <a:lnTo>
                    <a:pt x="65651" y="17501"/>
                  </a:lnTo>
                  <a:close/>
                  <a:moveTo>
                    <a:pt x="65651" y="17260"/>
                  </a:moveTo>
                  <a:lnTo>
                    <a:pt x="61094" y="17260"/>
                  </a:lnTo>
                  <a:lnTo>
                    <a:pt x="61094" y="12662"/>
                  </a:lnTo>
                  <a:lnTo>
                    <a:pt x="65651" y="12662"/>
                  </a:lnTo>
                  <a:close/>
                  <a:moveTo>
                    <a:pt x="65651" y="12420"/>
                  </a:moveTo>
                  <a:lnTo>
                    <a:pt x="61094" y="12420"/>
                  </a:lnTo>
                  <a:lnTo>
                    <a:pt x="61094" y="7864"/>
                  </a:lnTo>
                  <a:lnTo>
                    <a:pt x="65651" y="7864"/>
                  </a:lnTo>
                  <a:close/>
                  <a:moveTo>
                    <a:pt x="70490" y="84604"/>
                  </a:moveTo>
                  <a:lnTo>
                    <a:pt x="65893" y="84604"/>
                  </a:lnTo>
                  <a:lnTo>
                    <a:pt x="65893" y="80047"/>
                  </a:lnTo>
                  <a:lnTo>
                    <a:pt x="70490" y="80047"/>
                  </a:lnTo>
                  <a:close/>
                  <a:moveTo>
                    <a:pt x="70490" y="79805"/>
                  </a:moveTo>
                  <a:lnTo>
                    <a:pt x="65893" y="79805"/>
                  </a:lnTo>
                  <a:lnTo>
                    <a:pt x="65893" y="75208"/>
                  </a:lnTo>
                  <a:lnTo>
                    <a:pt x="70490" y="75208"/>
                  </a:lnTo>
                  <a:close/>
                  <a:moveTo>
                    <a:pt x="70490" y="74966"/>
                  </a:moveTo>
                  <a:lnTo>
                    <a:pt x="65893" y="74966"/>
                  </a:lnTo>
                  <a:lnTo>
                    <a:pt x="65893" y="70409"/>
                  </a:lnTo>
                  <a:lnTo>
                    <a:pt x="70490" y="70409"/>
                  </a:lnTo>
                  <a:close/>
                  <a:moveTo>
                    <a:pt x="70490" y="70167"/>
                  </a:moveTo>
                  <a:lnTo>
                    <a:pt x="65893" y="70167"/>
                  </a:lnTo>
                  <a:lnTo>
                    <a:pt x="65893" y="65610"/>
                  </a:lnTo>
                  <a:lnTo>
                    <a:pt x="70490" y="65610"/>
                  </a:lnTo>
                  <a:close/>
                  <a:moveTo>
                    <a:pt x="70490" y="65368"/>
                  </a:moveTo>
                  <a:lnTo>
                    <a:pt x="65893" y="65368"/>
                  </a:lnTo>
                  <a:lnTo>
                    <a:pt x="65893" y="60771"/>
                  </a:lnTo>
                  <a:lnTo>
                    <a:pt x="70490" y="60771"/>
                  </a:lnTo>
                  <a:close/>
                  <a:moveTo>
                    <a:pt x="70490" y="60529"/>
                  </a:moveTo>
                  <a:lnTo>
                    <a:pt x="65893" y="60529"/>
                  </a:lnTo>
                  <a:lnTo>
                    <a:pt x="65893" y="55972"/>
                  </a:lnTo>
                  <a:lnTo>
                    <a:pt x="70490" y="55972"/>
                  </a:lnTo>
                  <a:close/>
                  <a:moveTo>
                    <a:pt x="70490" y="55730"/>
                  </a:moveTo>
                  <a:lnTo>
                    <a:pt x="65893" y="55730"/>
                  </a:lnTo>
                  <a:lnTo>
                    <a:pt x="65893" y="51174"/>
                  </a:lnTo>
                  <a:lnTo>
                    <a:pt x="70490" y="51174"/>
                  </a:lnTo>
                  <a:close/>
                  <a:moveTo>
                    <a:pt x="70490" y="50932"/>
                  </a:moveTo>
                  <a:lnTo>
                    <a:pt x="65893" y="50932"/>
                  </a:lnTo>
                  <a:lnTo>
                    <a:pt x="65893" y="46335"/>
                  </a:lnTo>
                  <a:lnTo>
                    <a:pt x="70490" y="46335"/>
                  </a:lnTo>
                  <a:close/>
                  <a:moveTo>
                    <a:pt x="70490" y="46093"/>
                  </a:moveTo>
                  <a:lnTo>
                    <a:pt x="65893" y="46093"/>
                  </a:lnTo>
                  <a:lnTo>
                    <a:pt x="65893" y="41536"/>
                  </a:lnTo>
                  <a:lnTo>
                    <a:pt x="70490" y="41536"/>
                  </a:lnTo>
                  <a:close/>
                  <a:moveTo>
                    <a:pt x="70490" y="41294"/>
                  </a:moveTo>
                  <a:lnTo>
                    <a:pt x="65893" y="41294"/>
                  </a:lnTo>
                  <a:lnTo>
                    <a:pt x="65893" y="36737"/>
                  </a:lnTo>
                  <a:lnTo>
                    <a:pt x="70490" y="36737"/>
                  </a:lnTo>
                  <a:close/>
                  <a:moveTo>
                    <a:pt x="70490" y="36495"/>
                  </a:moveTo>
                  <a:lnTo>
                    <a:pt x="65893" y="36495"/>
                  </a:lnTo>
                  <a:lnTo>
                    <a:pt x="65893" y="31898"/>
                  </a:lnTo>
                  <a:lnTo>
                    <a:pt x="70490" y="31898"/>
                  </a:lnTo>
                  <a:close/>
                  <a:moveTo>
                    <a:pt x="70490" y="31656"/>
                  </a:moveTo>
                  <a:lnTo>
                    <a:pt x="65893" y="31656"/>
                  </a:lnTo>
                  <a:lnTo>
                    <a:pt x="65893" y="27099"/>
                  </a:lnTo>
                  <a:lnTo>
                    <a:pt x="70490" y="27099"/>
                  </a:lnTo>
                  <a:close/>
                  <a:moveTo>
                    <a:pt x="70490" y="26857"/>
                  </a:moveTo>
                  <a:lnTo>
                    <a:pt x="65893" y="26857"/>
                  </a:lnTo>
                  <a:lnTo>
                    <a:pt x="65893" y="22260"/>
                  </a:lnTo>
                  <a:lnTo>
                    <a:pt x="70490" y="22260"/>
                  </a:lnTo>
                  <a:close/>
                  <a:moveTo>
                    <a:pt x="70490" y="22018"/>
                  </a:moveTo>
                  <a:lnTo>
                    <a:pt x="65893" y="22018"/>
                  </a:lnTo>
                  <a:lnTo>
                    <a:pt x="65893" y="17461"/>
                  </a:lnTo>
                  <a:lnTo>
                    <a:pt x="70490" y="17461"/>
                  </a:lnTo>
                  <a:close/>
                  <a:moveTo>
                    <a:pt x="70490" y="17219"/>
                  </a:moveTo>
                  <a:lnTo>
                    <a:pt x="65893" y="17219"/>
                  </a:lnTo>
                  <a:lnTo>
                    <a:pt x="65893" y="12662"/>
                  </a:lnTo>
                  <a:lnTo>
                    <a:pt x="70490" y="12662"/>
                  </a:lnTo>
                  <a:close/>
                  <a:moveTo>
                    <a:pt x="70490" y="12420"/>
                  </a:moveTo>
                  <a:lnTo>
                    <a:pt x="65893" y="12420"/>
                  </a:lnTo>
                  <a:lnTo>
                    <a:pt x="65893" y="7823"/>
                  </a:lnTo>
                  <a:lnTo>
                    <a:pt x="70490" y="7823"/>
                  </a:lnTo>
                  <a:close/>
                  <a:moveTo>
                    <a:pt x="75289" y="79765"/>
                  </a:moveTo>
                  <a:lnTo>
                    <a:pt x="70732" y="79765"/>
                  </a:lnTo>
                  <a:lnTo>
                    <a:pt x="70732" y="75208"/>
                  </a:lnTo>
                  <a:lnTo>
                    <a:pt x="75289" y="75208"/>
                  </a:lnTo>
                  <a:close/>
                  <a:moveTo>
                    <a:pt x="75289" y="74966"/>
                  </a:moveTo>
                  <a:lnTo>
                    <a:pt x="70732" y="74966"/>
                  </a:lnTo>
                  <a:lnTo>
                    <a:pt x="70732" y="70409"/>
                  </a:lnTo>
                  <a:lnTo>
                    <a:pt x="75289" y="70409"/>
                  </a:lnTo>
                  <a:close/>
                  <a:moveTo>
                    <a:pt x="75289" y="70167"/>
                  </a:moveTo>
                  <a:lnTo>
                    <a:pt x="70732" y="70167"/>
                  </a:lnTo>
                  <a:lnTo>
                    <a:pt x="70732" y="65570"/>
                  </a:lnTo>
                  <a:lnTo>
                    <a:pt x="75289" y="65570"/>
                  </a:lnTo>
                  <a:close/>
                  <a:moveTo>
                    <a:pt x="75289" y="65328"/>
                  </a:moveTo>
                  <a:lnTo>
                    <a:pt x="70732" y="65328"/>
                  </a:lnTo>
                  <a:lnTo>
                    <a:pt x="70732" y="60771"/>
                  </a:lnTo>
                  <a:lnTo>
                    <a:pt x="75289" y="60771"/>
                  </a:lnTo>
                  <a:close/>
                  <a:moveTo>
                    <a:pt x="75289" y="60529"/>
                  </a:moveTo>
                  <a:lnTo>
                    <a:pt x="70732" y="60529"/>
                  </a:lnTo>
                  <a:lnTo>
                    <a:pt x="70732" y="55972"/>
                  </a:lnTo>
                  <a:lnTo>
                    <a:pt x="75289" y="55972"/>
                  </a:lnTo>
                  <a:close/>
                  <a:moveTo>
                    <a:pt x="75289" y="55730"/>
                  </a:moveTo>
                  <a:lnTo>
                    <a:pt x="70732" y="55730"/>
                  </a:lnTo>
                  <a:lnTo>
                    <a:pt x="70732" y="51133"/>
                  </a:lnTo>
                  <a:lnTo>
                    <a:pt x="75289" y="51133"/>
                  </a:lnTo>
                  <a:close/>
                  <a:moveTo>
                    <a:pt x="75289" y="50891"/>
                  </a:moveTo>
                  <a:lnTo>
                    <a:pt x="70732" y="50891"/>
                  </a:lnTo>
                  <a:lnTo>
                    <a:pt x="70732" y="46335"/>
                  </a:lnTo>
                  <a:lnTo>
                    <a:pt x="75289" y="46335"/>
                  </a:lnTo>
                  <a:close/>
                  <a:moveTo>
                    <a:pt x="75289" y="46093"/>
                  </a:moveTo>
                  <a:lnTo>
                    <a:pt x="70732" y="46093"/>
                  </a:lnTo>
                  <a:lnTo>
                    <a:pt x="70732" y="41495"/>
                  </a:lnTo>
                  <a:lnTo>
                    <a:pt x="75289" y="41495"/>
                  </a:lnTo>
                  <a:close/>
                  <a:moveTo>
                    <a:pt x="75289" y="41253"/>
                  </a:moveTo>
                  <a:lnTo>
                    <a:pt x="70732" y="41253"/>
                  </a:lnTo>
                  <a:lnTo>
                    <a:pt x="70732" y="36697"/>
                  </a:lnTo>
                  <a:lnTo>
                    <a:pt x="75289" y="36697"/>
                  </a:lnTo>
                  <a:close/>
                  <a:moveTo>
                    <a:pt x="75289" y="36455"/>
                  </a:moveTo>
                  <a:lnTo>
                    <a:pt x="70732" y="36455"/>
                  </a:lnTo>
                  <a:lnTo>
                    <a:pt x="70732" y="31898"/>
                  </a:lnTo>
                  <a:lnTo>
                    <a:pt x="75289" y="31898"/>
                  </a:lnTo>
                  <a:close/>
                  <a:moveTo>
                    <a:pt x="75289" y="31656"/>
                  </a:moveTo>
                  <a:lnTo>
                    <a:pt x="70732" y="31656"/>
                  </a:lnTo>
                  <a:lnTo>
                    <a:pt x="70732" y="27059"/>
                  </a:lnTo>
                  <a:lnTo>
                    <a:pt x="75289" y="27059"/>
                  </a:lnTo>
                  <a:close/>
                  <a:moveTo>
                    <a:pt x="75289" y="26817"/>
                  </a:moveTo>
                  <a:lnTo>
                    <a:pt x="70732" y="26817"/>
                  </a:lnTo>
                  <a:lnTo>
                    <a:pt x="70732" y="22260"/>
                  </a:lnTo>
                  <a:lnTo>
                    <a:pt x="75289" y="22260"/>
                  </a:lnTo>
                  <a:close/>
                  <a:moveTo>
                    <a:pt x="75289" y="22018"/>
                  </a:moveTo>
                  <a:lnTo>
                    <a:pt x="70732" y="22018"/>
                  </a:lnTo>
                  <a:lnTo>
                    <a:pt x="70732" y="17461"/>
                  </a:lnTo>
                  <a:lnTo>
                    <a:pt x="75289" y="17461"/>
                  </a:lnTo>
                  <a:close/>
                  <a:moveTo>
                    <a:pt x="75289" y="17219"/>
                  </a:moveTo>
                  <a:lnTo>
                    <a:pt x="70732" y="17219"/>
                  </a:lnTo>
                  <a:lnTo>
                    <a:pt x="70732" y="12622"/>
                  </a:lnTo>
                  <a:lnTo>
                    <a:pt x="75289" y="12622"/>
                  </a:lnTo>
                  <a:close/>
                  <a:moveTo>
                    <a:pt x="80087" y="74926"/>
                  </a:moveTo>
                  <a:lnTo>
                    <a:pt x="75531" y="74926"/>
                  </a:lnTo>
                  <a:lnTo>
                    <a:pt x="75531" y="70369"/>
                  </a:lnTo>
                  <a:lnTo>
                    <a:pt x="80087" y="70369"/>
                  </a:lnTo>
                  <a:close/>
                  <a:moveTo>
                    <a:pt x="80087" y="70127"/>
                  </a:moveTo>
                  <a:lnTo>
                    <a:pt x="75531" y="70127"/>
                  </a:lnTo>
                  <a:lnTo>
                    <a:pt x="75531" y="65570"/>
                  </a:lnTo>
                  <a:lnTo>
                    <a:pt x="80087" y="65570"/>
                  </a:lnTo>
                  <a:close/>
                  <a:moveTo>
                    <a:pt x="80087" y="65328"/>
                  </a:moveTo>
                  <a:lnTo>
                    <a:pt x="75531" y="65328"/>
                  </a:lnTo>
                  <a:lnTo>
                    <a:pt x="75531" y="60731"/>
                  </a:lnTo>
                  <a:lnTo>
                    <a:pt x="80087" y="60731"/>
                  </a:lnTo>
                  <a:close/>
                  <a:moveTo>
                    <a:pt x="80087" y="60489"/>
                  </a:moveTo>
                  <a:lnTo>
                    <a:pt x="75531" y="60489"/>
                  </a:lnTo>
                  <a:lnTo>
                    <a:pt x="75531" y="55932"/>
                  </a:lnTo>
                  <a:lnTo>
                    <a:pt x="80087" y="55932"/>
                  </a:lnTo>
                  <a:close/>
                  <a:moveTo>
                    <a:pt x="80087" y="55690"/>
                  </a:moveTo>
                  <a:lnTo>
                    <a:pt x="75531" y="55690"/>
                  </a:lnTo>
                  <a:lnTo>
                    <a:pt x="75531" y="51133"/>
                  </a:lnTo>
                  <a:lnTo>
                    <a:pt x="80087" y="51133"/>
                  </a:lnTo>
                  <a:close/>
                  <a:moveTo>
                    <a:pt x="80087" y="50891"/>
                  </a:moveTo>
                  <a:lnTo>
                    <a:pt x="75531" y="50891"/>
                  </a:lnTo>
                  <a:lnTo>
                    <a:pt x="75531" y="46294"/>
                  </a:lnTo>
                  <a:lnTo>
                    <a:pt x="80087" y="46294"/>
                  </a:lnTo>
                  <a:close/>
                  <a:moveTo>
                    <a:pt x="80087" y="46052"/>
                  </a:moveTo>
                  <a:lnTo>
                    <a:pt x="75531" y="46052"/>
                  </a:lnTo>
                  <a:lnTo>
                    <a:pt x="75531" y="41495"/>
                  </a:lnTo>
                  <a:lnTo>
                    <a:pt x="80087" y="41495"/>
                  </a:lnTo>
                  <a:close/>
                  <a:moveTo>
                    <a:pt x="80087" y="41253"/>
                  </a:moveTo>
                  <a:lnTo>
                    <a:pt x="75531" y="41253"/>
                  </a:lnTo>
                  <a:lnTo>
                    <a:pt x="75531" y="36697"/>
                  </a:lnTo>
                  <a:lnTo>
                    <a:pt x="80087" y="36697"/>
                  </a:lnTo>
                  <a:close/>
                  <a:moveTo>
                    <a:pt x="80087" y="36455"/>
                  </a:moveTo>
                  <a:lnTo>
                    <a:pt x="75531" y="36455"/>
                  </a:lnTo>
                  <a:lnTo>
                    <a:pt x="75531" y="31858"/>
                  </a:lnTo>
                  <a:lnTo>
                    <a:pt x="80087" y="31858"/>
                  </a:lnTo>
                  <a:close/>
                  <a:moveTo>
                    <a:pt x="80087" y="31616"/>
                  </a:moveTo>
                  <a:lnTo>
                    <a:pt x="75531" y="31616"/>
                  </a:lnTo>
                  <a:lnTo>
                    <a:pt x="75531" y="27059"/>
                  </a:lnTo>
                  <a:lnTo>
                    <a:pt x="80087" y="27059"/>
                  </a:lnTo>
                  <a:close/>
                  <a:moveTo>
                    <a:pt x="80087" y="26817"/>
                  </a:moveTo>
                  <a:lnTo>
                    <a:pt x="75531" y="26817"/>
                  </a:lnTo>
                  <a:lnTo>
                    <a:pt x="75531" y="22260"/>
                  </a:lnTo>
                  <a:lnTo>
                    <a:pt x="80087" y="22260"/>
                  </a:lnTo>
                  <a:close/>
                  <a:moveTo>
                    <a:pt x="80087" y="22018"/>
                  </a:moveTo>
                  <a:lnTo>
                    <a:pt x="75531" y="22018"/>
                  </a:lnTo>
                  <a:lnTo>
                    <a:pt x="75531" y="17421"/>
                  </a:lnTo>
                  <a:lnTo>
                    <a:pt x="80087" y="17421"/>
                  </a:lnTo>
                  <a:close/>
                  <a:moveTo>
                    <a:pt x="84886" y="70127"/>
                  </a:moveTo>
                  <a:lnTo>
                    <a:pt x="80329" y="70127"/>
                  </a:lnTo>
                  <a:lnTo>
                    <a:pt x="80329" y="65530"/>
                  </a:lnTo>
                  <a:lnTo>
                    <a:pt x="84886" y="65530"/>
                  </a:lnTo>
                  <a:close/>
                  <a:moveTo>
                    <a:pt x="84886" y="65288"/>
                  </a:moveTo>
                  <a:lnTo>
                    <a:pt x="80329" y="65288"/>
                  </a:lnTo>
                  <a:lnTo>
                    <a:pt x="80329" y="60731"/>
                  </a:lnTo>
                  <a:lnTo>
                    <a:pt x="84886" y="60731"/>
                  </a:lnTo>
                  <a:close/>
                  <a:moveTo>
                    <a:pt x="84886" y="60489"/>
                  </a:moveTo>
                  <a:lnTo>
                    <a:pt x="80329" y="60489"/>
                  </a:lnTo>
                  <a:lnTo>
                    <a:pt x="80329" y="55932"/>
                  </a:lnTo>
                  <a:lnTo>
                    <a:pt x="84886" y="55932"/>
                  </a:lnTo>
                  <a:close/>
                  <a:moveTo>
                    <a:pt x="84886" y="55690"/>
                  </a:moveTo>
                  <a:lnTo>
                    <a:pt x="80329" y="55690"/>
                  </a:lnTo>
                  <a:lnTo>
                    <a:pt x="80329" y="51093"/>
                  </a:lnTo>
                  <a:lnTo>
                    <a:pt x="84886" y="51093"/>
                  </a:lnTo>
                  <a:close/>
                  <a:moveTo>
                    <a:pt x="84886" y="50851"/>
                  </a:moveTo>
                  <a:lnTo>
                    <a:pt x="80329" y="50851"/>
                  </a:lnTo>
                  <a:lnTo>
                    <a:pt x="80329" y="46294"/>
                  </a:lnTo>
                  <a:lnTo>
                    <a:pt x="84886" y="46294"/>
                  </a:lnTo>
                  <a:close/>
                  <a:moveTo>
                    <a:pt x="84886" y="46052"/>
                  </a:moveTo>
                  <a:lnTo>
                    <a:pt x="80329" y="46052"/>
                  </a:lnTo>
                  <a:lnTo>
                    <a:pt x="80329" y="41495"/>
                  </a:lnTo>
                  <a:lnTo>
                    <a:pt x="84886" y="41495"/>
                  </a:lnTo>
                  <a:close/>
                  <a:moveTo>
                    <a:pt x="84886" y="41253"/>
                  </a:moveTo>
                  <a:lnTo>
                    <a:pt x="80329" y="41253"/>
                  </a:lnTo>
                  <a:lnTo>
                    <a:pt x="80329" y="36656"/>
                  </a:lnTo>
                  <a:lnTo>
                    <a:pt x="84886" y="36656"/>
                  </a:lnTo>
                  <a:close/>
                  <a:moveTo>
                    <a:pt x="84886" y="36414"/>
                  </a:moveTo>
                  <a:lnTo>
                    <a:pt x="80329" y="36414"/>
                  </a:lnTo>
                  <a:lnTo>
                    <a:pt x="80329" y="31858"/>
                  </a:lnTo>
                  <a:lnTo>
                    <a:pt x="84886" y="31858"/>
                  </a:lnTo>
                  <a:close/>
                  <a:moveTo>
                    <a:pt x="84886" y="31616"/>
                  </a:moveTo>
                  <a:lnTo>
                    <a:pt x="80329" y="31616"/>
                  </a:lnTo>
                  <a:lnTo>
                    <a:pt x="80329" y="27018"/>
                  </a:lnTo>
                  <a:lnTo>
                    <a:pt x="84886" y="27018"/>
                  </a:lnTo>
                  <a:close/>
                  <a:moveTo>
                    <a:pt x="84886" y="26776"/>
                  </a:moveTo>
                  <a:lnTo>
                    <a:pt x="80329" y="26776"/>
                  </a:lnTo>
                  <a:lnTo>
                    <a:pt x="80329" y="22220"/>
                  </a:lnTo>
                  <a:lnTo>
                    <a:pt x="84886" y="2222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pic>
        <p:nvPicPr>
          <p:cNvPr id="873" name="Google Shape;87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31"/>
          <p:cNvSpPr txBox="1">
            <a:spLocks noGrp="1"/>
          </p:cNvSpPr>
          <p:nvPr>
            <p:ph type="ctrTitle"/>
          </p:nvPr>
        </p:nvSpPr>
        <p:spPr>
          <a:xfrm>
            <a:off x="3580500" y="736925"/>
            <a:ext cx="5030800" cy="121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  <p:sp>
        <p:nvSpPr>
          <p:cNvPr id="875" name="Google Shape;875;p31"/>
          <p:cNvSpPr txBox="1">
            <a:spLocks noGrp="1"/>
          </p:cNvSpPr>
          <p:nvPr>
            <p:ph type="subTitle" idx="1"/>
          </p:nvPr>
        </p:nvSpPr>
        <p:spPr>
          <a:xfrm>
            <a:off x="3580500" y="1825525"/>
            <a:ext cx="5030800" cy="14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s-ES"/>
              <a:t>Haga clic para modificar el estilo de subtítulo del patrón</a:t>
            </a:r>
            <a:endParaRPr/>
          </a:p>
        </p:txBody>
      </p:sp>
      <p:sp>
        <p:nvSpPr>
          <p:cNvPr id="876" name="Google Shape;876;p31"/>
          <p:cNvSpPr txBox="1"/>
          <p:nvPr/>
        </p:nvSpPr>
        <p:spPr>
          <a:xfrm>
            <a:off x="4019763" y="4806321"/>
            <a:ext cx="4152400" cy="8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CREDITS: This presentation template was created by </a:t>
            </a:r>
            <a:r>
              <a:rPr lang="en" sz="1333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 including icons by </a:t>
            </a:r>
            <a:r>
              <a:rPr lang="en" sz="1333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 b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r>
              <a:rPr lang="en" sz="1333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and infographics &amp; images by </a:t>
            </a:r>
            <a:r>
              <a:rPr lang="en" sz="1333" b="1" u="sng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 b="1" u="sng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  <p:extLst>
      <p:ext uri="{BB962C8B-B14F-4D97-AF65-F5344CB8AC3E}">
        <p14:creationId xmlns:p14="http://schemas.microsoft.com/office/powerpoint/2010/main" val="151186641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8" name="Google Shape;87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609087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8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0566" y="1"/>
            <a:ext cx="12170868" cy="6857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81" name="Google Shape;881;p33"/>
          <p:cNvGrpSpPr/>
          <p:nvPr/>
        </p:nvGrpSpPr>
        <p:grpSpPr>
          <a:xfrm>
            <a:off x="1" y="-33"/>
            <a:ext cx="12736100" cy="6857833"/>
            <a:chOff x="0" y="-25"/>
            <a:chExt cx="9552075" cy="5143375"/>
          </a:xfrm>
        </p:grpSpPr>
        <p:sp>
          <p:nvSpPr>
            <p:cNvPr id="882" name="Google Shape;882;p33"/>
            <p:cNvSpPr/>
            <p:nvPr/>
          </p:nvSpPr>
          <p:spPr>
            <a:xfrm>
              <a:off x="0" y="0"/>
              <a:ext cx="722400" cy="2402100"/>
            </a:xfrm>
            <a:prstGeom prst="rect">
              <a:avLst/>
            </a:prstGeom>
            <a:solidFill>
              <a:srgbClr val="63DBF5">
                <a:alpha val="689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3" name="Google Shape;883;p33"/>
            <p:cNvSpPr/>
            <p:nvPr/>
          </p:nvSpPr>
          <p:spPr>
            <a:xfrm flipH="1">
              <a:off x="6943500" y="4306950"/>
              <a:ext cx="2200500" cy="836400"/>
            </a:xfrm>
            <a:prstGeom prst="round1Rect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4" name="Google Shape;884;p33"/>
            <p:cNvSpPr/>
            <p:nvPr/>
          </p:nvSpPr>
          <p:spPr>
            <a:xfrm rot="10800000" flipH="1">
              <a:off x="0" y="-25"/>
              <a:ext cx="2263500" cy="842100"/>
            </a:xfrm>
            <a:prstGeom prst="round1Rect">
              <a:avLst>
                <a:gd name="adj" fmla="val 50000"/>
              </a:avLst>
            </a:prstGeom>
            <a:solidFill>
              <a:srgbClr val="006DF5">
                <a:alpha val="405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  <p:sp>
          <p:nvSpPr>
            <p:cNvPr id="885" name="Google Shape;885;p33"/>
            <p:cNvSpPr/>
            <p:nvPr/>
          </p:nvSpPr>
          <p:spPr>
            <a:xfrm>
              <a:off x="7669575" y="4755450"/>
              <a:ext cx="1882500" cy="213000"/>
            </a:xfrm>
            <a:prstGeom prst="roundRect">
              <a:avLst>
                <a:gd name="adj" fmla="val 50000"/>
              </a:avLst>
            </a:prstGeom>
            <a:solidFill>
              <a:srgbClr val="516CEE">
                <a:alpha val="607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>
                <a:latin typeface="Maven Pro"/>
                <a:ea typeface="Maven Pro"/>
                <a:cs typeface="Maven Pro"/>
                <a:sym typeface="Maven Pro"/>
              </a:endParaRPr>
            </a:p>
          </p:txBody>
        </p:sp>
      </p:grpSp>
      <p:grpSp>
        <p:nvGrpSpPr>
          <p:cNvPr id="886" name="Google Shape;886;p33"/>
          <p:cNvGrpSpPr/>
          <p:nvPr/>
        </p:nvGrpSpPr>
        <p:grpSpPr>
          <a:xfrm>
            <a:off x="652751" y="-282033"/>
            <a:ext cx="11233484" cy="8388784"/>
            <a:chOff x="489563" y="-211525"/>
            <a:chExt cx="8425113" cy="6291588"/>
          </a:xfrm>
        </p:grpSpPr>
        <p:grpSp>
          <p:nvGrpSpPr>
            <p:cNvPr id="887" name="Google Shape;887;p33"/>
            <p:cNvGrpSpPr/>
            <p:nvPr/>
          </p:nvGrpSpPr>
          <p:grpSpPr>
            <a:xfrm>
              <a:off x="489563" y="4195813"/>
              <a:ext cx="1885275" cy="1884250"/>
              <a:chOff x="2609275" y="3149350"/>
              <a:chExt cx="1885275" cy="1884250"/>
            </a:xfrm>
          </p:grpSpPr>
          <p:sp>
            <p:nvSpPr>
              <p:cNvPr id="888" name="Google Shape;888;p33"/>
              <p:cNvSpPr/>
              <p:nvPr/>
            </p:nvSpPr>
            <p:spPr>
              <a:xfrm>
                <a:off x="3923900" y="3224950"/>
                <a:ext cx="494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761" h="19801" extrusionOk="0">
                    <a:moveTo>
                      <a:pt x="485" y="202"/>
                    </a:moveTo>
                    <a:cubicBezTo>
                      <a:pt x="323" y="162"/>
                      <a:pt x="162" y="81"/>
                      <a:pt x="1" y="1"/>
                    </a:cubicBezTo>
                    <a:lnTo>
                      <a:pt x="19761" y="19801"/>
                    </a:lnTo>
                    <a:cubicBezTo>
                      <a:pt x="19720" y="19640"/>
                      <a:pt x="19640" y="19478"/>
                      <a:pt x="19559" y="19317"/>
                    </a:cubicBezTo>
                    <a:lnTo>
                      <a:pt x="485" y="202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89" name="Google Shape;889;p33"/>
              <p:cNvSpPr/>
              <p:nvPr/>
            </p:nvSpPr>
            <p:spPr>
              <a:xfrm>
                <a:off x="3725300" y="3164475"/>
                <a:ext cx="753125" cy="753100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24" extrusionOk="0">
                    <a:moveTo>
                      <a:pt x="323" y="81"/>
                    </a:moveTo>
                    <a:cubicBezTo>
                      <a:pt x="202" y="41"/>
                      <a:pt x="122" y="41"/>
                      <a:pt x="1" y="0"/>
                    </a:cubicBezTo>
                    <a:lnTo>
                      <a:pt x="30124" y="30124"/>
                    </a:lnTo>
                    <a:cubicBezTo>
                      <a:pt x="30084" y="30043"/>
                      <a:pt x="30084" y="29922"/>
                      <a:pt x="30043" y="29801"/>
                    </a:cubicBezTo>
                    <a:lnTo>
                      <a:pt x="323" y="8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0" name="Google Shape;890;p33"/>
              <p:cNvSpPr/>
              <p:nvPr/>
            </p:nvSpPr>
            <p:spPr>
              <a:xfrm>
                <a:off x="3572075" y="3149350"/>
                <a:ext cx="922475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899" h="36899" extrusionOk="0">
                    <a:moveTo>
                      <a:pt x="282" y="0"/>
                    </a:moveTo>
                    <a:cubicBezTo>
                      <a:pt x="161" y="0"/>
                      <a:pt x="81" y="0"/>
                      <a:pt x="0" y="0"/>
                    </a:cubicBezTo>
                    <a:lnTo>
                      <a:pt x="36898" y="36899"/>
                    </a:lnTo>
                    <a:cubicBezTo>
                      <a:pt x="36898" y="36778"/>
                      <a:pt x="36898" y="36697"/>
                      <a:pt x="36858" y="36616"/>
                    </a:cubicBezTo>
                    <a:lnTo>
                      <a:pt x="28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1" name="Google Shape;891;p33"/>
              <p:cNvSpPr/>
              <p:nvPr/>
            </p:nvSpPr>
            <p:spPr>
              <a:xfrm>
                <a:off x="3440000" y="315440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242" y="0"/>
                    </a:moveTo>
                    <a:cubicBezTo>
                      <a:pt x="162" y="40"/>
                      <a:pt x="81" y="40"/>
                      <a:pt x="0" y="40"/>
                    </a:cubicBezTo>
                    <a:lnTo>
                      <a:pt x="41899" y="41939"/>
                    </a:lnTo>
                    <a:cubicBezTo>
                      <a:pt x="41899" y="41858"/>
                      <a:pt x="41939" y="41778"/>
                      <a:pt x="41939" y="41697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2" name="Google Shape;892;p33"/>
              <p:cNvSpPr/>
              <p:nvPr/>
            </p:nvSpPr>
            <p:spPr>
              <a:xfrm>
                <a:off x="3323050" y="3175550"/>
                <a:ext cx="1145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811" h="45771" extrusionOk="0">
                    <a:moveTo>
                      <a:pt x="243" y="1"/>
                    </a:moveTo>
                    <a:cubicBezTo>
                      <a:pt x="162" y="1"/>
                      <a:pt x="81" y="41"/>
                      <a:pt x="1" y="41"/>
                    </a:cubicBezTo>
                    <a:lnTo>
                      <a:pt x="45730" y="45771"/>
                    </a:lnTo>
                    <a:cubicBezTo>
                      <a:pt x="45771" y="45690"/>
                      <a:pt x="45771" y="45610"/>
                      <a:pt x="45811" y="4556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3" name="Google Shape;893;p33"/>
              <p:cNvSpPr/>
              <p:nvPr/>
            </p:nvSpPr>
            <p:spPr>
              <a:xfrm>
                <a:off x="3218200" y="320782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202" y="0"/>
                    </a:moveTo>
                    <a:cubicBezTo>
                      <a:pt x="122" y="0"/>
                      <a:pt x="81" y="41"/>
                      <a:pt x="1" y="81"/>
                    </a:cubicBezTo>
                    <a:lnTo>
                      <a:pt x="48593" y="48674"/>
                    </a:lnTo>
                    <a:cubicBezTo>
                      <a:pt x="48634" y="48633"/>
                      <a:pt x="48674" y="48553"/>
                      <a:pt x="48674" y="4847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4" name="Google Shape;894;p33"/>
              <p:cNvSpPr/>
              <p:nvPr/>
            </p:nvSpPr>
            <p:spPr>
              <a:xfrm>
                <a:off x="3122425" y="324915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202" y="1"/>
                    </a:moveTo>
                    <a:cubicBezTo>
                      <a:pt x="122" y="41"/>
                      <a:pt x="81" y="81"/>
                      <a:pt x="1" y="122"/>
                    </a:cubicBezTo>
                    <a:lnTo>
                      <a:pt x="50771" y="50852"/>
                    </a:lnTo>
                    <a:cubicBezTo>
                      <a:pt x="50771" y="50811"/>
                      <a:pt x="50811" y="50731"/>
                      <a:pt x="50852" y="5069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5" name="Google Shape;895;p33"/>
              <p:cNvSpPr/>
              <p:nvPr/>
            </p:nvSpPr>
            <p:spPr>
              <a:xfrm>
                <a:off x="3035725" y="3299550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162" y="1"/>
                    </a:moveTo>
                    <a:cubicBezTo>
                      <a:pt x="81" y="41"/>
                      <a:pt x="41" y="82"/>
                      <a:pt x="1" y="122"/>
                    </a:cubicBezTo>
                    <a:lnTo>
                      <a:pt x="52182" y="52344"/>
                    </a:lnTo>
                    <a:cubicBezTo>
                      <a:pt x="52223" y="52263"/>
                      <a:pt x="52263" y="52223"/>
                      <a:pt x="52303" y="5218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6" name="Google Shape;896;p33"/>
              <p:cNvSpPr/>
              <p:nvPr/>
            </p:nvSpPr>
            <p:spPr>
              <a:xfrm>
                <a:off x="2956075" y="3358025"/>
                <a:ext cx="1328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51" h="53191" extrusionOk="0">
                    <a:moveTo>
                      <a:pt x="122" y="1"/>
                    </a:moveTo>
                    <a:cubicBezTo>
                      <a:pt x="82" y="41"/>
                      <a:pt x="41" y="82"/>
                      <a:pt x="1" y="122"/>
                    </a:cubicBezTo>
                    <a:lnTo>
                      <a:pt x="53030" y="53191"/>
                    </a:lnTo>
                    <a:cubicBezTo>
                      <a:pt x="53070" y="53110"/>
                      <a:pt x="53110" y="53070"/>
                      <a:pt x="53151" y="53030"/>
                    </a:cubicBezTo>
                    <a:lnTo>
                      <a:pt x="12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7" name="Google Shape;897;p33"/>
              <p:cNvSpPr/>
              <p:nvPr/>
            </p:nvSpPr>
            <p:spPr>
              <a:xfrm>
                <a:off x="2883500" y="3422550"/>
                <a:ext cx="1336825" cy="1336825"/>
              </a:xfrm>
              <a:custGeom>
                <a:avLst/>
                <a:gdLst/>
                <a:ahLst/>
                <a:cxnLst/>
                <a:rect l="l" t="t" r="r" b="b"/>
                <a:pathLst>
                  <a:path w="53473" h="53473" extrusionOk="0">
                    <a:moveTo>
                      <a:pt x="121" y="1"/>
                    </a:moveTo>
                    <a:cubicBezTo>
                      <a:pt x="121" y="1"/>
                      <a:pt x="81" y="81"/>
                      <a:pt x="81" y="81"/>
                    </a:cubicBezTo>
                    <a:cubicBezTo>
                      <a:pt x="41" y="122"/>
                      <a:pt x="0" y="122"/>
                      <a:pt x="0" y="162"/>
                    </a:cubicBezTo>
                    <a:lnTo>
                      <a:pt x="53311" y="53473"/>
                    </a:lnTo>
                    <a:cubicBezTo>
                      <a:pt x="53311" y="53473"/>
                      <a:pt x="53392" y="53433"/>
                      <a:pt x="53392" y="53433"/>
                    </a:cubicBezTo>
                    <a:cubicBezTo>
                      <a:pt x="53432" y="53392"/>
                      <a:pt x="53432" y="53392"/>
                      <a:pt x="53473" y="5335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8" name="Google Shape;898;p33"/>
              <p:cNvSpPr/>
              <p:nvPr/>
            </p:nvSpPr>
            <p:spPr>
              <a:xfrm>
                <a:off x="2817975" y="3495150"/>
                <a:ext cx="1329775" cy="1329775"/>
              </a:xfrm>
              <a:custGeom>
                <a:avLst/>
                <a:gdLst/>
                <a:ahLst/>
                <a:cxnLst/>
                <a:rect l="l" t="t" r="r" b="b"/>
                <a:pathLst>
                  <a:path w="53191" h="53191" extrusionOk="0">
                    <a:moveTo>
                      <a:pt x="121" y="0"/>
                    </a:moveTo>
                    <a:cubicBezTo>
                      <a:pt x="81" y="41"/>
                      <a:pt x="41" y="121"/>
                      <a:pt x="0" y="161"/>
                    </a:cubicBezTo>
                    <a:lnTo>
                      <a:pt x="53029" y="53190"/>
                    </a:lnTo>
                    <a:cubicBezTo>
                      <a:pt x="53110" y="53150"/>
                      <a:pt x="53150" y="53109"/>
                      <a:pt x="53190" y="53069"/>
                    </a:cubicBezTo>
                    <a:lnTo>
                      <a:pt x="12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899" name="Google Shape;899;p33"/>
              <p:cNvSpPr/>
              <p:nvPr/>
            </p:nvSpPr>
            <p:spPr>
              <a:xfrm>
                <a:off x="2760500" y="3574775"/>
                <a:ext cx="1307600" cy="1308625"/>
              </a:xfrm>
              <a:custGeom>
                <a:avLst/>
                <a:gdLst/>
                <a:ahLst/>
                <a:cxnLst/>
                <a:rect l="l" t="t" r="r" b="b"/>
                <a:pathLst>
                  <a:path w="52304" h="52345" extrusionOk="0">
                    <a:moveTo>
                      <a:pt x="81" y="1"/>
                    </a:moveTo>
                    <a:cubicBezTo>
                      <a:pt x="41" y="82"/>
                      <a:pt x="41" y="122"/>
                      <a:pt x="1" y="162"/>
                    </a:cubicBezTo>
                    <a:lnTo>
                      <a:pt x="52142" y="52344"/>
                    </a:lnTo>
                    <a:cubicBezTo>
                      <a:pt x="52182" y="52304"/>
                      <a:pt x="52263" y="52263"/>
                      <a:pt x="52303" y="5222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0" name="Google Shape;900;p33"/>
              <p:cNvSpPr/>
              <p:nvPr/>
            </p:nvSpPr>
            <p:spPr>
              <a:xfrm>
                <a:off x="2710100" y="3662500"/>
                <a:ext cx="1271300" cy="1271300"/>
              </a:xfrm>
              <a:custGeom>
                <a:avLst/>
                <a:gdLst/>
                <a:ahLst/>
                <a:cxnLst/>
                <a:rect l="l" t="t" r="r" b="b"/>
                <a:pathLst>
                  <a:path w="50852" h="50852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0" y="162"/>
                    </a:cubicBezTo>
                    <a:lnTo>
                      <a:pt x="50650" y="50851"/>
                    </a:lnTo>
                    <a:cubicBezTo>
                      <a:pt x="50690" y="50811"/>
                      <a:pt x="50771" y="50771"/>
                      <a:pt x="50851" y="50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1" name="Google Shape;901;p33"/>
              <p:cNvSpPr/>
              <p:nvPr/>
            </p:nvSpPr>
            <p:spPr>
              <a:xfrm>
                <a:off x="2667750" y="3758275"/>
                <a:ext cx="1216875" cy="1216850"/>
              </a:xfrm>
              <a:custGeom>
                <a:avLst/>
                <a:gdLst/>
                <a:ahLst/>
                <a:cxnLst/>
                <a:rect l="l" t="t" r="r" b="b"/>
                <a:pathLst>
                  <a:path w="48675" h="48674" extrusionOk="0">
                    <a:moveTo>
                      <a:pt x="81" y="0"/>
                    </a:moveTo>
                    <a:cubicBezTo>
                      <a:pt x="41" y="41"/>
                      <a:pt x="41" y="121"/>
                      <a:pt x="1" y="202"/>
                    </a:cubicBezTo>
                    <a:lnTo>
                      <a:pt x="48513" y="48674"/>
                    </a:lnTo>
                    <a:cubicBezTo>
                      <a:pt x="48553" y="48633"/>
                      <a:pt x="48634" y="48633"/>
                      <a:pt x="48674" y="48593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2" name="Google Shape;902;p33"/>
              <p:cNvSpPr/>
              <p:nvPr/>
            </p:nvSpPr>
            <p:spPr>
              <a:xfrm>
                <a:off x="2635500" y="3863125"/>
                <a:ext cx="1144275" cy="1144275"/>
              </a:xfrm>
              <a:custGeom>
                <a:avLst/>
                <a:gdLst/>
                <a:ahLst/>
                <a:cxnLst/>
                <a:rect l="l" t="t" r="r" b="b"/>
                <a:pathLst>
                  <a:path w="45771" h="45771" extrusionOk="0">
                    <a:moveTo>
                      <a:pt x="41" y="0"/>
                    </a:moveTo>
                    <a:cubicBezTo>
                      <a:pt x="41" y="81"/>
                      <a:pt x="0" y="121"/>
                      <a:pt x="0" y="202"/>
                    </a:cubicBezTo>
                    <a:lnTo>
                      <a:pt x="45569" y="45770"/>
                    </a:lnTo>
                    <a:cubicBezTo>
                      <a:pt x="45649" y="45770"/>
                      <a:pt x="45730" y="45730"/>
                      <a:pt x="45770" y="4573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3" name="Google Shape;903;p33"/>
              <p:cNvSpPr/>
              <p:nvPr/>
            </p:nvSpPr>
            <p:spPr>
              <a:xfrm>
                <a:off x="2615325" y="3980050"/>
                <a:ext cx="1048500" cy="1048500"/>
              </a:xfrm>
              <a:custGeom>
                <a:avLst/>
                <a:gdLst/>
                <a:ahLst/>
                <a:cxnLst/>
                <a:rect l="l" t="t" r="r" b="b"/>
                <a:pathLst>
                  <a:path w="41940" h="41940" extrusionOk="0">
                    <a:moveTo>
                      <a:pt x="1" y="1"/>
                    </a:moveTo>
                    <a:cubicBezTo>
                      <a:pt x="1" y="82"/>
                      <a:pt x="1" y="162"/>
                      <a:pt x="1" y="243"/>
                    </a:cubicBezTo>
                    <a:lnTo>
                      <a:pt x="41657" y="41940"/>
                    </a:lnTo>
                    <a:cubicBezTo>
                      <a:pt x="41738" y="41900"/>
                      <a:pt x="41859" y="41900"/>
                      <a:pt x="41940" y="4190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4" name="Google Shape;904;p33"/>
              <p:cNvSpPr/>
              <p:nvPr/>
            </p:nvSpPr>
            <p:spPr>
              <a:xfrm>
                <a:off x="2609275" y="4111125"/>
                <a:ext cx="922500" cy="922475"/>
              </a:xfrm>
              <a:custGeom>
                <a:avLst/>
                <a:gdLst/>
                <a:ahLst/>
                <a:cxnLst/>
                <a:rect l="l" t="t" r="r" b="b"/>
                <a:pathLst>
                  <a:path w="36900" h="36899" extrusionOk="0">
                    <a:moveTo>
                      <a:pt x="1" y="0"/>
                    </a:moveTo>
                    <a:cubicBezTo>
                      <a:pt x="1" y="81"/>
                      <a:pt x="1" y="202"/>
                      <a:pt x="1" y="283"/>
                    </a:cubicBezTo>
                    <a:lnTo>
                      <a:pt x="36617" y="36899"/>
                    </a:lnTo>
                    <a:cubicBezTo>
                      <a:pt x="36697" y="36899"/>
                      <a:pt x="36818" y="36899"/>
                      <a:pt x="36899" y="36899"/>
                    </a:cubicBez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5" name="Google Shape;905;p33"/>
              <p:cNvSpPr/>
              <p:nvPr/>
            </p:nvSpPr>
            <p:spPr>
              <a:xfrm>
                <a:off x="2625400" y="4264350"/>
                <a:ext cx="753125" cy="754125"/>
              </a:xfrm>
              <a:custGeom>
                <a:avLst/>
                <a:gdLst/>
                <a:ahLst/>
                <a:cxnLst/>
                <a:rect l="l" t="t" r="r" b="b"/>
                <a:pathLst>
                  <a:path w="30125" h="30165" extrusionOk="0">
                    <a:moveTo>
                      <a:pt x="1" y="1"/>
                    </a:moveTo>
                    <a:cubicBezTo>
                      <a:pt x="1" y="122"/>
                      <a:pt x="41" y="243"/>
                      <a:pt x="41" y="364"/>
                    </a:cubicBezTo>
                    <a:lnTo>
                      <a:pt x="29762" y="30084"/>
                    </a:lnTo>
                    <a:cubicBezTo>
                      <a:pt x="29883" y="30124"/>
                      <a:pt x="30004" y="30124"/>
                      <a:pt x="30124" y="301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6" name="Google Shape;906;p33"/>
              <p:cNvSpPr/>
              <p:nvPr/>
            </p:nvSpPr>
            <p:spPr>
              <a:xfrm>
                <a:off x="2684900" y="4462975"/>
                <a:ext cx="495025" cy="495025"/>
              </a:xfrm>
              <a:custGeom>
                <a:avLst/>
                <a:gdLst/>
                <a:ahLst/>
                <a:cxnLst/>
                <a:rect l="l" t="t" r="r" b="b"/>
                <a:pathLst>
                  <a:path w="19801" h="19801" extrusionOk="0">
                    <a:moveTo>
                      <a:pt x="0" y="0"/>
                    </a:moveTo>
                    <a:cubicBezTo>
                      <a:pt x="81" y="161"/>
                      <a:pt x="161" y="323"/>
                      <a:pt x="242" y="484"/>
                    </a:cubicBezTo>
                    <a:lnTo>
                      <a:pt x="19316" y="19599"/>
                    </a:lnTo>
                    <a:cubicBezTo>
                      <a:pt x="19478" y="19639"/>
                      <a:pt x="19639" y="19720"/>
                      <a:pt x="19800" y="198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907" name="Google Shape;907;p33"/>
            <p:cNvGrpSpPr/>
            <p:nvPr/>
          </p:nvGrpSpPr>
          <p:grpSpPr>
            <a:xfrm>
              <a:off x="7928550" y="-211525"/>
              <a:ext cx="986125" cy="2095500"/>
              <a:chOff x="7631225" y="2241175"/>
              <a:chExt cx="986125" cy="2095500"/>
            </a:xfrm>
          </p:grpSpPr>
          <p:cxnSp>
            <p:nvCxnSpPr>
              <p:cNvPr id="908" name="Google Shape;908;p33"/>
              <p:cNvCxnSpPr/>
              <p:nvPr/>
            </p:nvCxnSpPr>
            <p:spPr>
              <a:xfrm>
                <a:off x="763122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33"/>
              <p:cNvCxnSpPr/>
              <p:nvPr/>
            </p:nvCxnSpPr>
            <p:spPr>
              <a:xfrm>
                <a:off x="770708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33"/>
              <p:cNvCxnSpPr/>
              <p:nvPr/>
            </p:nvCxnSpPr>
            <p:spPr>
              <a:xfrm>
                <a:off x="778293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33"/>
              <p:cNvCxnSpPr/>
              <p:nvPr/>
            </p:nvCxnSpPr>
            <p:spPr>
              <a:xfrm>
                <a:off x="7858792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33"/>
              <p:cNvCxnSpPr/>
              <p:nvPr/>
            </p:nvCxnSpPr>
            <p:spPr>
              <a:xfrm>
                <a:off x="801050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33"/>
              <p:cNvCxnSpPr/>
              <p:nvPr/>
            </p:nvCxnSpPr>
            <p:spPr>
              <a:xfrm>
                <a:off x="8162215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33"/>
              <p:cNvCxnSpPr/>
              <p:nvPr/>
            </p:nvCxnSpPr>
            <p:spPr>
              <a:xfrm>
                <a:off x="8313927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33"/>
              <p:cNvCxnSpPr/>
              <p:nvPr/>
            </p:nvCxnSpPr>
            <p:spPr>
              <a:xfrm>
                <a:off x="793464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33"/>
              <p:cNvCxnSpPr/>
              <p:nvPr/>
            </p:nvCxnSpPr>
            <p:spPr>
              <a:xfrm>
                <a:off x="808636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33"/>
              <p:cNvCxnSpPr/>
              <p:nvPr/>
            </p:nvCxnSpPr>
            <p:spPr>
              <a:xfrm>
                <a:off x="8238071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33"/>
              <p:cNvCxnSpPr/>
              <p:nvPr/>
            </p:nvCxnSpPr>
            <p:spPr>
              <a:xfrm>
                <a:off x="8389783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33"/>
              <p:cNvCxnSpPr/>
              <p:nvPr/>
            </p:nvCxnSpPr>
            <p:spPr>
              <a:xfrm>
                <a:off x="8465638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0" name="Google Shape;920;p33"/>
              <p:cNvCxnSpPr/>
              <p:nvPr/>
            </p:nvCxnSpPr>
            <p:spPr>
              <a:xfrm>
                <a:off x="8541494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1" name="Google Shape;921;p33"/>
              <p:cNvCxnSpPr/>
              <p:nvPr/>
            </p:nvCxnSpPr>
            <p:spPr>
              <a:xfrm>
                <a:off x="8617350" y="2241175"/>
                <a:ext cx="0" cy="209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153903679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77FE41-508D-4183-8CAB-8540F3A4B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9F4E9E-8234-4778-BA31-882B5F607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E25482-0908-4B1E-9A1F-F7A50698D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95A61-055B-4170-BE46-C25D554E85A3}" type="datetimeFigureOut">
              <a:rPr lang="es-AR" smtClean="0"/>
              <a:t>18/9/2026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6C812-585C-457A-B483-90BEA538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20A59E-F693-4733-94F1-9BFDB763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7E833E-95F1-4C6B-808F-E34CB1FAB8A4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7244761"/>
      </p:ext>
    </p:extLst>
  </p:cSld>
  <p:clrMapOvr>
    <a:masterClrMapping/>
  </p:clrMapOvr>
  <p:hf hdr="0" ftr="0" dt="0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01849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p36"/>
          <p:cNvSpPr txBox="1">
            <a:spLocks noGrp="1"/>
          </p:cNvSpPr>
          <p:nvPr>
            <p:ph type="title"/>
          </p:nvPr>
        </p:nvSpPr>
        <p:spPr>
          <a:xfrm>
            <a:off x="955600" y="681367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s-ES"/>
              <a:t>Haga clic para modificar el estilo de título del patrón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9986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41.xml"/><Relationship Id="rId18" Type="http://schemas.openxmlformats.org/officeDocument/2006/relationships/slideLayout" Target="../slideLayouts/slideLayout46.xml"/><Relationship Id="rId26" Type="http://schemas.openxmlformats.org/officeDocument/2006/relationships/slideLayout" Target="../slideLayouts/slideLayout54.xml"/><Relationship Id="rId3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49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5.xml"/><Relationship Id="rId25" Type="http://schemas.openxmlformats.org/officeDocument/2006/relationships/slideLayout" Target="../slideLayouts/slideLayout53.xml"/><Relationship Id="rId2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44.xml"/><Relationship Id="rId20" Type="http://schemas.openxmlformats.org/officeDocument/2006/relationships/slideLayout" Target="../slideLayouts/slideLayout48.xml"/><Relationship Id="rId29" Type="http://schemas.openxmlformats.org/officeDocument/2006/relationships/slideLayout" Target="../slideLayouts/slideLayout57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2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43.xml"/><Relationship Id="rId23" Type="http://schemas.openxmlformats.org/officeDocument/2006/relationships/slideLayout" Target="../slideLayouts/slideLayout51.xml"/><Relationship Id="rId28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47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42.xml"/><Relationship Id="rId22" Type="http://schemas.openxmlformats.org/officeDocument/2006/relationships/slideLayout" Target="../slideLayouts/slideLayout50.xml"/><Relationship Id="rId27" Type="http://schemas.openxmlformats.org/officeDocument/2006/relationships/slideLayout" Target="../slideLayouts/slideLayout55.xml"/><Relationship Id="rId30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72.xml"/><Relationship Id="rId18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85.xml"/><Relationship Id="rId3" Type="http://schemas.openxmlformats.org/officeDocument/2006/relationships/slideLayout" Target="../slideLayouts/slideLayout62.xml"/><Relationship Id="rId21" Type="http://schemas.openxmlformats.org/officeDocument/2006/relationships/slideLayout" Target="../slideLayouts/slideLayout80.xml"/><Relationship Id="rId34" Type="http://schemas.openxmlformats.org/officeDocument/2006/relationships/theme" Target="../theme/theme5.xml"/><Relationship Id="rId7" Type="http://schemas.openxmlformats.org/officeDocument/2006/relationships/slideLayout" Target="../slideLayouts/slideLayout66.xml"/><Relationship Id="rId12" Type="http://schemas.openxmlformats.org/officeDocument/2006/relationships/slideLayout" Target="../slideLayouts/slideLayout71.xml"/><Relationship Id="rId17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92.xml"/><Relationship Id="rId2" Type="http://schemas.openxmlformats.org/officeDocument/2006/relationships/slideLayout" Target="../slideLayouts/slideLayout61.xml"/><Relationship Id="rId16" Type="http://schemas.openxmlformats.org/officeDocument/2006/relationships/slideLayout" Target="../slideLayouts/slideLayout75.xml"/><Relationship Id="rId20" Type="http://schemas.openxmlformats.org/officeDocument/2006/relationships/slideLayout" Target="../slideLayouts/slideLayout79.xml"/><Relationship Id="rId29" Type="http://schemas.openxmlformats.org/officeDocument/2006/relationships/slideLayout" Target="../slideLayouts/slideLayout88.xml"/><Relationship Id="rId1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70.xml"/><Relationship Id="rId24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91.xml"/><Relationship Id="rId5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82.xml"/><Relationship Id="rId28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69.xml"/><Relationship Id="rId19" Type="http://schemas.openxmlformats.org/officeDocument/2006/relationships/slideLayout" Target="../slideLayouts/slideLayout78.xml"/><Relationship Id="rId31" Type="http://schemas.openxmlformats.org/officeDocument/2006/relationships/slideLayout" Target="../slideLayouts/slideLayout90.xml"/><Relationship Id="rId4" Type="http://schemas.openxmlformats.org/officeDocument/2006/relationships/slideLayout" Target="../slideLayouts/slideLayout63.xml"/><Relationship Id="rId9" Type="http://schemas.openxmlformats.org/officeDocument/2006/relationships/slideLayout" Target="../slideLayouts/slideLayout68.xml"/><Relationship Id="rId14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81.xml"/><Relationship Id="rId27" Type="http://schemas.openxmlformats.org/officeDocument/2006/relationships/slideLayout" Target="../slideLayouts/slideLayout86.xml"/><Relationship Id="rId30" Type="http://schemas.openxmlformats.org/officeDocument/2006/relationships/slideLayout" Target="../slideLayouts/slideLayout89.xml"/><Relationship Id="rId8" Type="http://schemas.openxmlformats.org/officeDocument/2006/relationships/slideLayout" Target="../slideLayouts/slideLayout67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94.xml"/><Relationship Id="rId1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148289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762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5695751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763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1474276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1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21" name="Google Shape;321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6487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63167" y="719333"/>
            <a:ext cx="10265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63167" y="1583467"/>
            <a:ext cx="10265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04680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  <p:sldLayoutId id="2147483743" r:id="rId18"/>
    <p:sldLayoutId id="2147483744" r:id="rId19"/>
    <p:sldLayoutId id="2147483745" r:id="rId20"/>
    <p:sldLayoutId id="2147483746" r:id="rId21"/>
    <p:sldLayoutId id="2147483747" r:id="rId22"/>
    <p:sldLayoutId id="2147483748" r:id="rId23"/>
    <p:sldLayoutId id="2147483749" r:id="rId24"/>
    <p:sldLayoutId id="2147483750" r:id="rId25"/>
    <p:sldLayoutId id="2147483751" r:id="rId26"/>
    <p:sldLayoutId id="2147483752" r:id="rId27"/>
    <p:sldLayoutId id="2147483753" r:id="rId28"/>
    <p:sldLayoutId id="2147483754" r:id="rId29"/>
    <p:sldLayoutId id="2147483755" r:id="rId30"/>
    <p:sldLayoutId id="2147483756" r:id="rId31"/>
    <p:sldLayoutId id="2147483757" r:id="rId32"/>
    <p:sldLayoutId id="2147483758" r:id="rId3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34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24" name="Google Shape;924;p34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6726788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9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mailto:romandemarco39@gmail.com" TargetMode="Externa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A4670-38FA-4439-AD90-4CB337197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6988" y="1160387"/>
            <a:ext cx="9144000" cy="1590196"/>
          </a:xfrm>
        </p:spPr>
        <p:txBody>
          <a:bodyPr/>
          <a:lstStyle/>
          <a:p>
            <a:r>
              <a:rPr lang="es-MX" sz="5000" b="1" dirty="0">
                <a:latin typeface="Poppins" panose="00000500000000000000" pitchFamily="2" charset="0"/>
                <a:cs typeface="Poppins" panose="00000500000000000000" pitchFamily="2" charset="0"/>
              </a:rPr>
              <a:t>LESIONES MUSCULARES EN EL FÚTBOL EUROPEO</a:t>
            </a:r>
            <a:endParaRPr lang="es-AR" sz="50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1A8A8E1-1228-41C5-81A6-B2B18DE24C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89491" y="3022528"/>
            <a:ext cx="6013011" cy="793894"/>
          </a:xfrm>
        </p:spPr>
        <p:txBody>
          <a:bodyPr/>
          <a:lstStyle/>
          <a:p>
            <a:r>
              <a:rPr lang="es-MX" sz="1900" b="1" dirty="0">
                <a:latin typeface="Poppins" panose="00000500000000000000" pitchFamily="2" charset="0"/>
                <a:cs typeface="Poppins" panose="00000500000000000000" pitchFamily="2" charset="0"/>
              </a:rPr>
              <a:t>Frecuencia - Duración - Recurrencia</a:t>
            </a:r>
          </a:p>
          <a:p>
            <a:r>
              <a:rPr lang="es-AR" sz="1900" b="1" dirty="0">
                <a:latin typeface="Poppins" panose="00000500000000000000" pitchFamily="2" charset="0"/>
                <a:cs typeface="Poppins" panose="00000500000000000000" pitchFamily="2" charset="0"/>
              </a:rPr>
              <a:t>2024 - 2026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EFCEB88-5A27-4378-8EE1-1EF29EE6662F}"/>
              </a:ext>
            </a:extLst>
          </p:cNvPr>
          <p:cNvSpPr txBox="1"/>
          <p:nvPr/>
        </p:nvSpPr>
        <p:spPr>
          <a:xfrm>
            <a:off x="0" y="6119336"/>
            <a:ext cx="324800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Román Demarco</a:t>
            </a:r>
          </a:p>
          <a:p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Septiembre 2026</a:t>
            </a:r>
          </a:p>
          <a:p>
            <a:r>
              <a:rPr lang="es-MX" sz="1400" b="1" dirty="0">
                <a:latin typeface="Poppins" panose="00000500000000000000" pitchFamily="2" charset="0"/>
                <a:cs typeface="Poppins" panose="00000500000000000000" pitchFamily="2" charset="0"/>
              </a:rPr>
              <a:t>Análisis en R · Datos: API-</a:t>
            </a:r>
            <a:r>
              <a:rPr lang="es-MX" sz="1400" b="1" dirty="0" err="1">
                <a:latin typeface="Poppins" panose="00000500000000000000" pitchFamily="2" charset="0"/>
                <a:cs typeface="Poppins" panose="00000500000000000000" pitchFamily="2" charset="0"/>
              </a:rPr>
              <a:t>Football</a:t>
            </a:r>
            <a:endParaRPr lang="es-AR" sz="1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39C4C4D-B051-4ADC-A4DA-BC91C7DF1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5" y="4203846"/>
            <a:ext cx="10182225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863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9F8141-CC9B-444C-A30D-C62F0C83E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4887" y="1200150"/>
            <a:ext cx="10182225" cy="633412"/>
          </a:xfrm>
        </p:spPr>
        <p:txBody>
          <a:bodyPr>
            <a:normAutofit fontScale="90000"/>
          </a:bodyPr>
          <a:lstStyle/>
          <a:p>
            <a:r>
              <a:rPr lang="es-MX" sz="3200" dirty="0">
                <a:latin typeface="Poppins" panose="00000500000000000000" pitchFamily="2" charset="0"/>
                <a:cs typeface="Poppins" panose="00000500000000000000" pitchFamily="2" charset="0"/>
              </a:rPr>
              <a:t>¿Todas las lesiones musculares son iguales?</a:t>
            </a:r>
            <a:endParaRPr lang="es-AR" sz="3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F09C73-D4E3-4E22-87C1-953B3ECAE7E0}"/>
              </a:ext>
            </a:extLst>
          </p:cNvPr>
          <p:cNvSpPr txBox="1"/>
          <p:nvPr/>
        </p:nvSpPr>
        <p:spPr>
          <a:xfrm>
            <a:off x="1785936" y="2390774"/>
            <a:ext cx="862012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Las lesiones musculares son la categoría más frecuente en el fútbol profesional.</a:t>
            </a:r>
          </a:p>
          <a:p>
            <a:endParaRPr lang="es-ES" sz="2000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Pero "muscular" agrupa cosas distintas: isquiotibiales, cuádriceps, gemelo, aductores.</a:t>
            </a:r>
          </a:p>
          <a:p>
            <a:endParaRPr lang="es-ES" sz="2000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La pregunta es, </a:t>
            </a:r>
            <a:r>
              <a:rPr lang="es-MX" sz="20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¿se diferencian en algo que importe para la planificación deportiva?</a:t>
            </a:r>
            <a:r>
              <a:rPr lang="es-ES" sz="20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 </a:t>
            </a:r>
            <a:endParaRPr lang="es-AR" sz="2000" b="1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9F45755-46ED-4D08-A666-462A064F9CB2}"/>
              </a:ext>
            </a:extLst>
          </p:cNvPr>
          <p:cNvSpPr txBox="1"/>
          <p:nvPr/>
        </p:nvSpPr>
        <p:spPr>
          <a:xfrm>
            <a:off x="4133848" y="150495"/>
            <a:ext cx="392429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Contexto y pregunta</a:t>
            </a:r>
          </a:p>
        </p:txBody>
      </p:sp>
    </p:spTree>
    <p:extLst>
      <p:ext uri="{BB962C8B-B14F-4D97-AF65-F5344CB8AC3E}">
        <p14:creationId xmlns:p14="http://schemas.microsoft.com/office/powerpoint/2010/main" val="537520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57A055-4197-45A0-B7B7-31AC210A5C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3947" y="926464"/>
            <a:ext cx="9944102" cy="531811"/>
          </a:xfrm>
        </p:spPr>
        <p:txBody>
          <a:bodyPr/>
          <a:lstStyle/>
          <a:p>
            <a:r>
              <a:rPr lang="es-AR" sz="2900" dirty="0">
                <a:latin typeface="Poppins" panose="00000500000000000000" pitchFamily="2" charset="0"/>
                <a:cs typeface="Poppins" panose="00000500000000000000" pitchFamily="2" charset="0"/>
              </a:rPr>
              <a:t>31.203 registros, cinco ligas, tres temporadas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E7E18D-4A3B-4660-ADC9-17F90E172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6558" y="4189573"/>
            <a:ext cx="9144000" cy="1926748"/>
          </a:xfrm>
        </p:spPr>
        <p:txBody>
          <a:bodyPr/>
          <a:lstStyle/>
          <a:p>
            <a:pPr marL="342900" indent="-342900" algn="l">
              <a:buFontTx/>
              <a:buChar char="-"/>
            </a:pPr>
            <a:r>
              <a:rPr lang="es-MX" sz="1600" dirty="0"/>
              <a:t>Fuente: API-</a:t>
            </a:r>
            <a:r>
              <a:rPr lang="es-MX" sz="1600" dirty="0" err="1"/>
              <a:t>Football</a:t>
            </a:r>
            <a:r>
              <a:rPr lang="es-MX" sz="1600" dirty="0"/>
              <a:t>. Cada registro es un partido que un jugador se perdió.</a:t>
            </a:r>
          </a:p>
          <a:p>
            <a:pPr marL="0" indent="0" algn="l"/>
            <a:endParaRPr lang="es-MX" sz="1600" dirty="0"/>
          </a:p>
          <a:p>
            <a:pPr marL="342900" indent="-342900" algn="l">
              <a:buFontTx/>
              <a:buChar char="-"/>
            </a:pPr>
            <a:r>
              <a:rPr lang="es-MX" sz="1600" dirty="0"/>
              <a:t>De 31.203 registros se descartaron 5.822 que no eran lesión: suspensiones,  convocatorias a selección, decisiones técnicas.</a:t>
            </a:r>
          </a:p>
          <a:p>
            <a:pPr marL="0" indent="0" algn="l"/>
            <a:endParaRPr lang="es-MX" sz="1600" dirty="0"/>
          </a:p>
          <a:p>
            <a:pPr marL="342900" indent="-342900" algn="l">
              <a:buFontTx/>
              <a:buChar char="-"/>
            </a:pPr>
            <a:r>
              <a:rPr lang="es-MX" sz="1600" dirty="0"/>
              <a:t>Las ausencias consecutivas del mismo jugador y tipo, separadas por menos de  45 días, se agruparon en un episodio. Resultado: 6.329 episodios.</a:t>
            </a:r>
            <a:endParaRPr lang="es-AR" sz="1600" dirty="0"/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C23B9497-9EC8-4634-A96F-AE0C7E3A00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563026"/>
              </p:ext>
            </p:extLst>
          </p:nvPr>
        </p:nvGraphicFramePr>
        <p:xfrm>
          <a:off x="1962941" y="1546066"/>
          <a:ext cx="8266113" cy="242458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86292">
                  <a:extLst>
                    <a:ext uri="{9D8B030D-6E8A-4147-A177-3AD203B41FA5}">
                      <a16:colId xmlns:a16="http://schemas.microsoft.com/office/drawing/2014/main" val="435945011"/>
                    </a:ext>
                  </a:extLst>
                </a:gridCol>
                <a:gridCol w="3024450">
                  <a:extLst>
                    <a:ext uri="{9D8B030D-6E8A-4147-A177-3AD203B41FA5}">
                      <a16:colId xmlns:a16="http://schemas.microsoft.com/office/drawing/2014/main" val="1511175367"/>
                    </a:ext>
                  </a:extLst>
                </a:gridCol>
                <a:gridCol w="2755371">
                  <a:extLst>
                    <a:ext uri="{9D8B030D-6E8A-4147-A177-3AD203B41FA5}">
                      <a16:colId xmlns:a16="http://schemas.microsoft.com/office/drawing/2014/main" val="3282925571"/>
                    </a:ext>
                  </a:extLst>
                </a:gridCol>
              </a:tblGrid>
              <a:tr h="404098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EPISODIOS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JUGADORES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411982"/>
                  </a:ext>
                </a:extLst>
              </a:tr>
              <a:tr h="404098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1206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543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6876834"/>
                  </a:ext>
                </a:extLst>
              </a:tr>
              <a:tr h="404098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La 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1425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560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68462"/>
                  </a:ext>
                </a:extLst>
              </a:tr>
              <a:tr h="404098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Serie 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1361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586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072251"/>
                  </a:ext>
                </a:extLst>
              </a:tr>
              <a:tr h="404098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Bundesliga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1158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548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18239"/>
                  </a:ext>
                </a:extLst>
              </a:tr>
              <a:tr h="404098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Ligue 1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1179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557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63183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084BCEAC-D750-4A7F-8248-86B4DC535885}"/>
              </a:ext>
            </a:extLst>
          </p:cNvPr>
          <p:cNvSpPr txBox="1"/>
          <p:nvPr/>
        </p:nvSpPr>
        <p:spPr>
          <a:xfrm>
            <a:off x="4362448" y="142396"/>
            <a:ext cx="34671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Datos y método</a:t>
            </a:r>
          </a:p>
        </p:txBody>
      </p:sp>
    </p:spTree>
    <p:extLst>
      <p:ext uri="{BB962C8B-B14F-4D97-AF65-F5344CB8AC3E}">
        <p14:creationId xmlns:p14="http://schemas.microsoft.com/office/powerpoint/2010/main" val="154291569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1A11DA-2F1A-451E-8D7A-9C3912F504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1956" y="1028700"/>
            <a:ext cx="8828088" cy="604838"/>
          </a:xfrm>
        </p:spPr>
        <p:txBody>
          <a:bodyPr/>
          <a:lstStyle/>
          <a:p>
            <a:r>
              <a:rPr lang="es-MX" sz="2900" dirty="0">
                <a:latin typeface="Poppins" panose="00000500000000000000" pitchFamily="2" charset="0"/>
                <a:cs typeface="Poppins" panose="00000500000000000000" pitchFamily="2" charset="0"/>
              </a:rPr>
              <a:t>Las musculares son el 39% de los episodios</a:t>
            </a:r>
            <a:endParaRPr lang="es-AR" sz="29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9" name="Tabla 9">
            <a:extLst>
              <a:ext uri="{FF2B5EF4-FFF2-40B4-BE49-F238E27FC236}">
                <a16:creationId xmlns:a16="http://schemas.microsoft.com/office/drawing/2014/main" id="{728FED2A-051E-4DD8-9012-0B9F472D07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113013"/>
              </p:ext>
            </p:extLst>
          </p:nvPr>
        </p:nvGraphicFramePr>
        <p:xfrm>
          <a:off x="1997868" y="1890474"/>
          <a:ext cx="8512176" cy="26949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37392">
                  <a:extLst>
                    <a:ext uri="{9D8B030D-6E8A-4147-A177-3AD203B41FA5}">
                      <a16:colId xmlns:a16="http://schemas.microsoft.com/office/drawing/2014/main" val="1388245446"/>
                    </a:ext>
                  </a:extLst>
                </a:gridCol>
                <a:gridCol w="2837392">
                  <a:extLst>
                    <a:ext uri="{9D8B030D-6E8A-4147-A177-3AD203B41FA5}">
                      <a16:colId xmlns:a16="http://schemas.microsoft.com/office/drawing/2014/main" val="11299472"/>
                    </a:ext>
                  </a:extLst>
                </a:gridCol>
                <a:gridCol w="2837392">
                  <a:extLst>
                    <a:ext uri="{9D8B030D-6E8A-4147-A177-3AD203B41FA5}">
                      <a16:colId xmlns:a16="http://schemas.microsoft.com/office/drawing/2014/main" val="2317603125"/>
                    </a:ext>
                  </a:extLst>
                </a:gridCol>
              </a:tblGrid>
              <a:tr h="357426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CATEGORÍA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EPISODIOS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425250"/>
                  </a:ext>
                </a:extLst>
              </a:tr>
              <a:tr h="463784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Musculares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2453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54418"/>
                  </a:ext>
                </a:extLst>
              </a:tr>
              <a:tr h="463784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Sin especificar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1595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25%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9120954"/>
                  </a:ext>
                </a:extLst>
              </a:tr>
              <a:tr h="463784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Rodilla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772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12%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496"/>
                  </a:ext>
                </a:extLst>
              </a:tr>
              <a:tr h="463784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Tobillo/pie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606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325177"/>
                  </a:ext>
                </a:extLst>
              </a:tr>
              <a:tr h="463784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Resto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903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14%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273813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00300D5-1688-46B1-A6DE-5FC173077B9A}"/>
              </a:ext>
            </a:extLst>
          </p:cNvPr>
          <p:cNvSpPr txBox="1"/>
          <p:nvPr/>
        </p:nvSpPr>
        <p:spPr>
          <a:xfrm>
            <a:off x="4362448" y="142396"/>
            <a:ext cx="34671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Panorama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6143F3-9979-4669-92EE-72247B5C07ED}"/>
              </a:ext>
            </a:extLst>
          </p:cNvPr>
          <p:cNvSpPr txBox="1"/>
          <p:nvPr/>
        </p:nvSpPr>
        <p:spPr>
          <a:xfrm>
            <a:off x="1997868" y="4967526"/>
            <a:ext cx="882808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Dentro de las musculares: cuádriceps/muslo 613, gemelo 279, isquiotibiales 274, aductores 188, y 1.099 sin subtipo especificado.</a:t>
            </a:r>
            <a:endParaRPr lang="es-AR" sz="1600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604309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6FD16F2F-51AB-4645-BD6D-E7184418C7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3678" y="2596476"/>
            <a:ext cx="4277362" cy="2358072"/>
          </a:xfrm>
        </p:spPr>
        <p:txBody>
          <a:bodyPr/>
          <a:lstStyle/>
          <a:p>
            <a:pPr marL="342900" indent="-342900" algn="l">
              <a:buFontTx/>
              <a:buChar char="-"/>
            </a:pPr>
            <a:r>
              <a:rPr lang="es-MX" sz="1600" dirty="0">
                <a:sym typeface="Arial"/>
              </a:rPr>
              <a:t>Mediana muscular: 2 a 3 partidos. Mediana de rodilla: 6.</a:t>
            </a:r>
          </a:p>
          <a:p>
            <a:pPr marL="0" indent="0" algn="l"/>
            <a:endParaRPr lang="es-MX" sz="1600" dirty="0">
              <a:sym typeface="Arial"/>
            </a:endParaRPr>
          </a:p>
          <a:p>
            <a:pPr marL="342900" indent="-342900" algn="l">
              <a:buFontTx/>
              <a:buChar char="-"/>
            </a:pPr>
            <a:r>
              <a:rPr lang="es-MX" sz="1600" dirty="0">
                <a:sym typeface="Arial"/>
              </a:rPr>
              <a:t>Pero la rodilla tiene una cola muy larga: la mitad de los casos se resuelve en 6 partidos, y uno de cada diez supera los 24.</a:t>
            </a:r>
            <a:endParaRPr lang="es-AR" sz="1600" dirty="0">
              <a:sym typeface="Arial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1615E8C-ECED-44AD-9959-EAF164C1155F}"/>
              </a:ext>
            </a:extLst>
          </p:cNvPr>
          <p:cNvSpPr txBox="1"/>
          <p:nvPr/>
        </p:nvSpPr>
        <p:spPr>
          <a:xfrm>
            <a:off x="1009641" y="924689"/>
            <a:ext cx="10172714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300" b="1" dirty="0">
                <a:latin typeface="Poppins" panose="00000500000000000000" pitchFamily="2" charset="0"/>
                <a:cs typeface="Poppins" panose="00000500000000000000" pitchFamily="2" charset="0"/>
              </a:rPr>
              <a:t>Las lesiones musculares son cortas; las de rodilla tienen cola larga</a:t>
            </a:r>
            <a:endParaRPr lang="es-AR" sz="23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20394E7-F17F-4E91-A412-422808A9F862}"/>
              </a:ext>
            </a:extLst>
          </p:cNvPr>
          <p:cNvSpPr txBox="1"/>
          <p:nvPr/>
        </p:nvSpPr>
        <p:spPr>
          <a:xfrm>
            <a:off x="4362448" y="142396"/>
            <a:ext cx="34671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Duración por tipo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A9E53BA-8D55-417B-AD94-600269936B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00"/>
          <a:stretch/>
        </p:blipFill>
        <p:spPr>
          <a:xfrm>
            <a:off x="4511040" y="1576857"/>
            <a:ext cx="7680960" cy="4397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705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9F8141-CC9B-444C-A30D-C62F0C83E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4884" y="813018"/>
            <a:ext cx="10182225" cy="633412"/>
          </a:xfrm>
        </p:spPr>
        <p:txBody>
          <a:bodyPr>
            <a:normAutofit fontScale="90000"/>
          </a:bodyPr>
          <a:lstStyle/>
          <a:p>
            <a:r>
              <a:rPr lang="es-MX" sz="3200" dirty="0">
                <a:latin typeface="Poppins" panose="00000500000000000000" pitchFamily="2" charset="0"/>
                <a:cs typeface="Poppins" panose="00000500000000000000" pitchFamily="2" charset="0"/>
              </a:rPr>
              <a:t>¿Medir en partidos o en días?</a:t>
            </a:r>
            <a:endParaRPr lang="es-AR" sz="3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F09C73-D4E3-4E22-87C1-953B3ECAE7E0}"/>
              </a:ext>
            </a:extLst>
          </p:cNvPr>
          <p:cNvSpPr txBox="1"/>
          <p:nvPr/>
        </p:nvSpPr>
        <p:spPr>
          <a:xfrm>
            <a:off x="607218" y="4229100"/>
            <a:ext cx="109775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304800">
              <a:buClr>
                <a:schemeClr val="dk1"/>
              </a:buClr>
              <a:buSzPts val="1200"/>
              <a:buFontTx/>
              <a:buChar char="-"/>
            </a:pPr>
            <a:r>
              <a:rPr lang="es-MX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Medir en partidos podría confundir gravedad con densidad de calendario: una misma lesión cuesta más partidos si el equipo juega cada tres días. </a:t>
            </a:r>
          </a:p>
          <a:p>
            <a:pPr marL="457200" indent="-304800">
              <a:buClr>
                <a:schemeClr val="dk1"/>
              </a:buClr>
              <a:buSzPts val="1200"/>
              <a:buFontTx/>
              <a:buChar char="-"/>
            </a:pPr>
            <a:endParaRPr lang="es-MX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  <a:p>
            <a:pPr marL="457200" indent="-304800">
              <a:buClr>
                <a:schemeClr val="dk1"/>
              </a:buClr>
              <a:buSzPts val="1200"/>
              <a:buFontTx/>
              <a:buChar char="-"/>
            </a:pPr>
            <a:r>
              <a:rPr lang="es-MX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Se verificó y no ocurre. La relación partidos/días es casi idéntica en las cinco ligas: entre 7,1 y 7,9 partidos perdidos cada 30 días de baja.</a:t>
            </a:r>
          </a:p>
          <a:p>
            <a:pPr marL="152400">
              <a:buClr>
                <a:schemeClr val="dk1"/>
              </a:buClr>
              <a:buSzPts val="1200"/>
            </a:pPr>
            <a:endParaRPr lang="es-MX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  <a:p>
            <a:pPr marL="457200" indent="-304800">
              <a:buClr>
                <a:schemeClr val="dk1"/>
              </a:buClr>
              <a:buSzPts val="1200"/>
              <a:buFontTx/>
              <a:buChar char="-"/>
            </a:pPr>
            <a:r>
              <a:rPr lang="es-MX" dirty="0">
                <a:solidFill>
                  <a:schemeClr val="dk1"/>
                </a:solidFill>
                <a:latin typeface="Poppins"/>
                <a:cs typeface="Poppins"/>
              </a:rPr>
              <a:t>Las medianas en días parecen distintas (13 vs 8), pero es un artefacto: los episodios de un solo partido registran cero días por construcción. Excluyéndolos, isquiotibiales y cuádriceps dan 19,5 y 20 días. No hay diferencia real.</a:t>
            </a:r>
            <a:endParaRPr lang="es-AR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9F45755-46ED-4D08-A666-462A064F9CB2}"/>
              </a:ext>
            </a:extLst>
          </p:cNvPr>
          <p:cNvSpPr txBox="1"/>
          <p:nvPr/>
        </p:nvSpPr>
        <p:spPr>
          <a:xfrm>
            <a:off x="4133848" y="150495"/>
            <a:ext cx="392429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P</a:t>
            </a:r>
            <a:r>
              <a:rPr lang="es-AR" sz="2600" b="1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artidos</a:t>
            </a: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 vs días</a:t>
            </a:r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EB2CED77-BBB8-40D8-B7CF-F04542803D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349778"/>
              </p:ext>
            </p:extLst>
          </p:nvPr>
        </p:nvGraphicFramePr>
        <p:xfrm>
          <a:off x="2031996" y="1521821"/>
          <a:ext cx="8128000" cy="2631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479">
                  <a:extLst>
                    <a:ext uri="{9D8B030D-6E8A-4147-A177-3AD203B41FA5}">
                      <a16:colId xmlns:a16="http://schemas.microsoft.com/office/drawing/2014/main" val="42702575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03419667"/>
                    </a:ext>
                  </a:extLst>
                </a:gridCol>
                <a:gridCol w="1508121">
                  <a:extLst>
                    <a:ext uri="{9D8B030D-6E8A-4147-A177-3AD203B41FA5}">
                      <a16:colId xmlns:a16="http://schemas.microsoft.com/office/drawing/2014/main" val="252148088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299296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TIPO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PARTIDOS P50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DIAS P50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DÍAS P90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946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Rodilla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573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Isquiotibiales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54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7967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Cuádriceps/muslo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69250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Tobillo/pie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14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74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06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Aductores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61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000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Gemelo/sóleo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29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045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78210A-B748-443B-9C4D-4FCC9C7E3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2523" y="1019604"/>
            <a:ext cx="9886950" cy="609599"/>
          </a:xfrm>
        </p:spPr>
        <p:txBody>
          <a:bodyPr/>
          <a:lstStyle/>
          <a:p>
            <a:r>
              <a:rPr lang="es-MX" sz="2900" b="1" dirty="0">
                <a:latin typeface="Poppins" panose="00000500000000000000" pitchFamily="2" charset="0"/>
                <a:cs typeface="Poppins" panose="00000500000000000000" pitchFamily="2" charset="0"/>
              </a:rPr>
              <a:t>Los cuatro subtipos musculares duran lo mismo</a:t>
            </a:r>
            <a:endParaRPr lang="es-AR" sz="29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DE0B4D-C927-4AB3-885E-A8AE5E4840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523" y="4312072"/>
            <a:ext cx="9144000" cy="1548271"/>
          </a:xfrm>
        </p:spPr>
        <p:txBody>
          <a:bodyPr/>
          <a:lstStyle/>
          <a:p>
            <a:pPr marL="285750" indent="-285750" algn="l">
              <a:buFontTx/>
              <a:buChar char="-"/>
            </a:pPr>
            <a:r>
              <a:rPr lang="es-MX" sz="1800" dirty="0"/>
              <a:t>Saber qué músculo se lesionó no ayuda a estimar cuánto tiempo estará afuera. Todas las distribuciones son prácticamente idénticas.</a:t>
            </a:r>
          </a:p>
          <a:p>
            <a:pPr marL="0" indent="0" algn="l"/>
            <a:endParaRPr lang="es-MX" sz="1800" dirty="0"/>
          </a:p>
          <a:p>
            <a:pPr marL="285750" indent="-285750" algn="l">
              <a:buFontTx/>
              <a:buChar char="-"/>
            </a:pPr>
            <a:r>
              <a:rPr lang="es-MX" sz="1800" dirty="0"/>
              <a:t>En los cuatro subtipos, el 90% de los casos se resuelve en menos de 9 partidos.</a:t>
            </a:r>
            <a:endParaRPr lang="es-AR" sz="1800" dirty="0"/>
          </a:p>
        </p:txBody>
      </p:sp>
      <p:graphicFrame>
        <p:nvGraphicFramePr>
          <p:cNvPr id="4" name="Tabla 4">
            <a:extLst>
              <a:ext uri="{FF2B5EF4-FFF2-40B4-BE49-F238E27FC236}">
                <a16:creationId xmlns:a16="http://schemas.microsoft.com/office/drawing/2014/main" id="{AA010CF6-D4A8-4E75-8EF5-9BCB58DC9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447823"/>
              </p:ext>
            </p:extLst>
          </p:nvPr>
        </p:nvGraphicFramePr>
        <p:xfrm>
          <a:off x="1660523" y="1935475"/>
          <a:ext cx="9007475" cy="210911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68577">
                  <a:extLst>
                    <a:ext uri="{9D8B030D-6E8A-4147-A177-3AD203B41FA5}">
                      <a16:colId xmlns:a16="http://schemas.microsoft.com/office/drawing/2014/main" val="1329901086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3402552215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3127683942"/>
                    </a:ext>
                  </a:extLst>
                </a:gridCol>
                <a:gridCol w="1551303">
                  <a:extLst>
                    <a:ext uri="{9D8B030D-6E8A-4147-A177-3AD203B41FA5}">
                      <a16:colId xmlns:a16="http://schemas.microsoft.com/office/drawing/2014/main" val="2786623309"/>
                    </a:ext>
                  </a:extLst>
                </a:gridCol>
                <a:gridCol w="1801495">
                  <a:extLst>
                    <a:ext uri="{9D8B030D-6E8A-4147-A177-3AD203B41FA5}">
                      <a16:colId xmlns:a16="http://schemas.microsoft.com/office/drawing/2014/main" val="3183183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SUBTIPO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EPISODIOS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MEDIANA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P75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P90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0974231"/>
                  </a:ext>
                </a:extLst>
              </a:tr>
              <a:tr h="433282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Cuádriceps/muslo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613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8931541"/>
                  </a:ext>
                </a:extLst>
              </a:tr>
              <a:tr h="433282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Gemelo/sóleo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279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358859"/>
                  </a:ext>
                </a:extLst>
              </a:tr>
              <a:tr h="433282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Isquiotibiales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274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8,7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882558"/>
                  </a:ext>
                </a:extLst>
              </a:tr>
              <a:tr h="433282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Aductores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188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2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8,3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128619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606CD34F-1230-46E3-9483-4A61B5231EF5}"/>
              </a:ext>
            </a:extLst>
          </p:cNvPr>
          <p:cNvSpPr txBox="1"/>
          <p:nvPr/>
        </p:nvSpPr>
        <p:spPr>
          <a:xfrm>
            <a:off x="3582349" y="187698"/>
            <a:ext cx="5027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AR" sz="20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El subtipo no predice la duración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153564F-C7A5-4630-85C1-D62A1BC355E0}"/>
              </a:ext>
            </a:extLst>
          </p:cNvPr>
          <p:cNvSpPr txBox="1"/>
          <p:nvPr/>
        </p:nvSpPr>
        <p:spPr>
          <a:xfrm>
            <a:off x="4651289" y="4004295"/>
            <a:ext cx="3025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Poppins" panose="00000500000000000000" pitchFamily="2" charset="0"/>
                <a:cs typeface="Poppins" panose="00000500000000000000" pitchFamily="2" charset="0"/>
              </a:rPr>
              <a:t>*Valores en partidos perdidos</a:t>
            </a:r>
            <a:endParaRPr lang="es-AR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770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CA177-EA03-425E-84D0-DF3D995D7A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1935" y="95251"/>
            <a:ext cx="9144000" cy="1293333"/>
          </a:xfrm>
        </p:spPr>
        <p:txBody>
          <a:bodyPr>
            <a:normAutofit/>
          </a:bodyPr>
          <a:lstStyle/>
          <a:p>
            <a:pPr algn="l"/>
            <a:br>
              <a:rPr lang="es-MX" sz="3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s-AR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9728AF-D749-4A4A-894F-7483E854F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14072" y="2237591"/>
            <a:ext cx="4024553" cy="2934484"/>
          </a:xfrm>
        </p:spPr>
        <p:txBody>
          <a:bodyPr/>
          <a:lstStyle/>
          <a:p>
            <a:pPr algn="l">
              <a:buFontTx/>
              <a:buChar char="-"/>
            </a:pPr>
            <a:r>
              <a:rPr lang="es-MX" sz="1600" dirty="0"/>
              <a:t>Isquiotibiales 17,9% y cuádriceps 17,5%: prácticamente iguales. Aductores 11,4% y gemelo 9,4%: la mitad. </a:t>
            </a:r>
          </a:p>
          <a:p>
            <a:pPr algn="l">
              <a:buFontTx/>
              <a:buChar char="-"/>
            </a:pPr>
            <a:endParaRPr lang="es-MX" sz="1600" dirty="0"/>
          </a:p>
          <a:p>
            <a:pPr algn="l">
              <a:buFontTx/>
              <a:buChar char="-"/>
            </a:pPr>
            <a:r>
              <a:rPr lang="es-MX" sz="1600" dirty="0"/>
              <a:t>De cada seis jugadores que se lesionan los isquiotibiales o el cuádriceps, uno vuelve a lesionarse el mismo músculo. En aductores y gemelo, es uno de cada diez.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F638FFB-65FD-4C36-A8A0-E7B61C9D8B30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R</a:t>
            </a:r>
            <a:r>
              <a:rPr lang="es-AR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ecurrencia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01DB275-D2F8-4F90-AC4B-77F60A88EE3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9" t="9116" r="12771" b="2295"/>
          <a:stretch/>
        </p:blipFill>
        <p:spPr>
          <a:xfrm>
            <a:off x="353375" y="1577587"/>
            <a:ext cx="7115971" cy="4456613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2072CF02-94F6-4836-9959-0499E8FD56EF}"/>
              </a:ext>
            </a:extLst>
          </p:cNvPr>
          <p:cNvSpPr txBox="1">
            <a:spLocks/>
          </p:cNvSpPr>
          <p:nvPr/>
        </p:nvSpPr>
        <p:spPr>
          <a:xfrm>
            <a:off x="121745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s-MX" sz="2900" dirty="0">
                <a:latin typeface="Poppins" panose="00000500000000000000" pitchFamily="2" charset="0"/>
                <a:cs typeface="Poppins" panose="00000500000000000000" pitchFamily="2" charset="0"/>
              </a:rPr>
              <a:t>Isquiotibiales y cuádriceps recaen el doble</a:t>
            </a:r>
          </a:p>
        </p:txBody>
      </p:sp>
    </p:spTree>
    <p:extLst>
      <p:ext uri="{BB962C8B-B14F-4D97-AF65-F5344CB8AC3E}">
        <p14:creationId xmlns:p14="http://schemas.microsoft.com/office/powerpoint/2010/main" val="563903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78210A-B748-443B-9C4D-4FCC9C7E3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2522" y="895779"/>
            <a:ext cx="9886950" cy="609599"/>
          </a:xfrm>
        </p:spPr>
        <p:txBody>
          <a:bodyPr/>
          <a:lstStyle/>
          <a:p>
            <a:r>
              <a:rPr lang="es-MX" sz="2900" b="1" dirty="0">
                <a:latin typeface="Poppins" panose="00000500000000000000" pitchFamily="2" charset="0"/>
                <a:cs typeface="Poppins" panose="00000500000000000000" pitchFamily="2" charset="0"/>
              </a:rPr>
              <a:t>¿Por qué isquiotibiales y cuádriceps recaen más?</a:t>
            </a:r>
            <a:endParaRPr lang="es-AR" sz="29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DE0B4D-C927-4AB3-885E-A8AE5E4840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4514" y="4301699"/>
            <a:ext cx="9144000" cy="1841926"/>
          </a:xfrm>
        </p:spPr>
        <p:txBody>
          <a:bodyPr/>
          <a:lstStyle/>
          <a:p>
            <a:pPr marL="285750" indent="-285750" algn="l">
              <a:buFontTx/>
              <a:buChar char="-"/>
            </a:pPr>
            <a:r>
              <a:rPr lang="es-MX" sz="1200" dirty="0"/>
              <a:t>Exigencia </a:t>
            </a:r>
            <a:r>
              <a:rPr lang="es-MX" sz="1200" dirty="0" err="1"/>
              <a:t>biarticular</a:t>
            </a:r>
            <a:r>
              <a:rPr lang="es-MX" sz="1200" dirty="0"/>
              <a:t>: Los isquiotibiales cruzan cadera y rodilla: en el sprint se elongan en la cadera mientras frenan la tibia. En el cuádriceps solo el recto femoral hace algo parecido, y ahí podrían concentrarse sus recaídas.</a:t>
            </a:r>
          </a:p>
          <a:p>
            <a:pPr marL="285750" indent="-285750" algn="l">
              <a:buFontTx/>
              <a:buChar char="-"/>
            </a:pPr>
            <a:endParaRPr lang="es-MX" sz="1200" dirty="0">
              <a:solidFill>
                <a:srgbClr val="1F1F1F"/>
              </a:solidFill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 algn="l">
              <a:buFontTx/>
              <a:buChar char="-"/>
            </a:pPr>
            <a:r>
              <a:rPr lang="es-MX" sz="1200" dirty="0"/>
              <a:t>Tipo de fibra: Isquiotibiales y cuádriceps tienen mayoría de fibras rápidas, potentes pero muy fatigables al final del partido. El sóleo, en el gemelo, es de fibra lenta y resiste mejor.</a:t>
            </a:r>
            <a:endParaRPr lang="es-MX" sz="1200" dirty="0">
              <a:solidFill>
                <a:srgbClr val="1F1F1F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 algn="l">
              <a:buFontTx/>
              <a:buChar char="-"/>
            </a:pPr>
            <a:endParaRPr lang="es-MX" sz="1200" dirty="0">
              <a:solidFill>
                <a:srgbClr val="1F1F1F"/>
              </a:solidFill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marL="285750" indent="-285750" algn="l">
              <a:buFontTx/>
              <a:buChar char="-"/>
            </a:pPr>
            <a:r>
              <a:rPr lang="es-MX" sz="1200" dirty="0"/>
              <a:t>Qué no se puede saber con estos datos La fuente dice "lesión de muslo" sin aclarar qué músculo exactamente. Las dos explicaciones son posibles y no se pueden separar.</a:t>
            </a:r>
            <a:br>
              <a:rPr lang="es-MX" sz="1400" dirty="0">
                <a:solidFill>
                  <a:srgbClr val="1F1F1F"/>
                </a:solidFill>
                <a:effectLst/>
                <a:latin typeface="Poppins" panose="00000500000000000000" pitchFamily="2" charset="0"/>
                <a:cs typeface="Poppins" panose="00000500000000000000" pitchFamily="2" charset="0"/>
              </a:rPr>
            </a:br>
            <a:endParaRPr lang="es-MX" sz="1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06CD34F-1230-46E3-9483-4A61B5231EF5}"/>
              </a:ext>
            </a:extLst>
          </p:cNvPr>
          <p:cNvSpPr txBox="1"/>
          <p:nvPr/>
        </p:nvSpPr>
        <p:spPr>
          <a:xfrm>
            <a:off x="3582349" y="187698"/>
            <a:ext cx="5027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Lectura clínica</a:t>
            </a:r>
            <a:endParaRPr lang="es-AR" sz="2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pic>
        <p:nvPicPr>
          <p:cNvPr id="1026" name="Picture 2" descr="Lesión de isquiotibiales: tipos, tratamiento y tiempo de recuperación -  Quintana Massages">
            <a:extLst>
              <a:ext uri="{FF2B5EF4-FFF2-40B4-BE49-F238E27FC236}">
                <a16:creationId xmlns:a16="http://schemas.microsoft.com/office/drawing/2014/main" id="{34610514-E1D3-4049-A7AE-0282F1B2D0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5791" y="1505378"/>
            <a:ext cx="3250723" cy="279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úsculo cuádriceps - Fisioterapia para fisioterapeutas y ...">
            <a:extLst>
              <a:ext uri="{FF2B5EF4-FFF2-40B4-BE49-F238E27FC236}">
                <a16:creationId xmlns:a16="http://schemas.microsoft.com/office/drawing/2014/main" id="{D088F103-8701-492D-BBEF-5A9A52FD0F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6514" y="1505378"/>
            <a:ext cx="2443161" cy="279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3154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ítulo 6">
            <a:extLst>
              <a:ext uri="{FF2B5EF4-FFF2-40B4-BE49-F238E27FC236}">
                <a16:creationId xmlns:a16="http://schemas.microsoft.com/office/drawing/2014/main" id="{B116D571-9C4C-4637-88CF-E21A5B2C8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0410" y="2005864"/>
            <a:ext cx="4937923" cy="3196055"/>
          </a:xfrm>
        </p:spPr>
        <p:txBody>
          <a:bodyPr/>
          <a:lstStyle/>
          <a:p>
            <a:pPr marL="285750" indent="-285750" algn="l">
              <a:buFont typeface="Calibri" panose="020F0502020204030204" pitchFamily="34" charset="0"/>
              <a:buChar char="⁻"/>
            </a:pPr>
            <a:r>
              <a:rPr lang="es-MX" sz="1800" dirty="0"/>
              <a:t>El riesgo no se distribuye parejo en el tiempo: se concentra en la ventana inmediata al alta. En isquiotibiales, uno de cada tres reingresos termina en una nueva lesión dentro de los dos meses.</a:t>
            </a:r>
          </a:p>
          <a:p>
            <a:pPr marL="0" indent="0" algn="l"/>
            <a:endParaRPr lang="es-MX" sz="1800" dirty="0"/>
          </a:p>
          <a:p>
            <a:pPr marL="285750" indent="-285750" algn="l">
              <a:buFont typeface="Calibri" panose="020F0502020204030204" pitchFamily="34" charset="0"/>
              <a:buChar char="⁻"/>
            </a:pPr>
            <a:r>
              <a:rPr lang="es-MX" sz="1800" dirty="0"/>
              <a:t>Los datos no permiten distinguir entre retorno prematuro, predisposición individual o carga inadecuada posterior al alta.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CD662DB-C246-4255-97D2-13EF7DC91AB1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Recaídas tempranas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B51A30B3-D681-407B-A33C-BC0A6176786A}"/>
              </a:ext>
            </a:extLst>
          </p:cNvPr>
          <p:cNvSpPr txBox="1">
            <a:spLocks/>
          </p:cNvSpPr>
          <p:nvPr/>
        </p:nvSpPr>
        <p:spPr>
          <a:xfrm>
            <a:off x="121745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es-MX" sz="29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C399BF67-62A1-472B-AF1D-87AB51119578}"/>
              </a:ext>
            </a:extLst>
          </p:cNvPr>
          <p:cNvSpPr txBox="1">
            <a:spLocks/>
          </p:cNvSpPr>
          <p:nvPr/>
        </p:nvSpPr>
        <p:spPr>
          <a:xfrm>
            <a:off x="135969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s-MX" sz="2400" dirty="0"/>
              <a:t>Un tercio de las recaídas ocurre antes de los 60 días</a:t>
            </a:r>
            <a:endParaRPr lang="es-MX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4C894CD-3090-47EF-B523-7F24223196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59" r="11653"/>
          <a:stretch/>
        </p:blipFill>
        <p:spPr>
          <a:xfrm>
            <a:off x="24287" y="1533735"/>
            <a:ext cx="7116123" cy="443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672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ítulo 6">
            <a:extLst>
              <a:ext uri="{FF2B5EF4-FFF2-40B4-BE49-F238E27FC236}">
                <a16:creationId xmlns:a16="http://schemas.microsoft.com/office/drawing/2014/main" id="{B116D571-9C4C-4637-88CF-E21A5B2C8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97510" y="1703123"/>
            <a:ext cx="4937923" cy="3766286"/>
          </a:xfrm>
        </p:spPr>
        <p:txBody>
          <a:bodyPr/>
          <a:lstStyle/>
          <a:p>
            <a:pPr marL="285750" indent="-285750" algn="l">
              <a:buFont typeface="Calibri" panose="020F0502020204030204" pitchFamily="34" charset="0"/>
              <a:buChar char="⁻"/>
            </a:pPr>
            <a:r>
              <a:rPr lang="es-MX" sz="1400" dirty="0"/>
              <a:t>A los 10-14 días, la mediana registrada (2 o 3 partidos) el músculo recién abandona la fase proliferativa. El remodelado del colágeno empieza después de los 21 días: el tejido cicatrizal todavía es inmaduro.</a:t>
            </a:r>
          </a:p>
          <a:p>
            <a:pPr marL="0" indent="0" algn="l"/>
            <a:endParaRPr lang="es-MX" sz="1400" dirty="0"/>
          </a:p>
          <a:p>
            <a:pPr marL="285750" indent="-285750" algn="l">
              <a:buFont typeface="Calibri" panose="020F0502020204030204" pitchFamily="34" charset="0"/>
              <a:buChar char="⁻"/>
            </a:pPr>
            <a:r>
              <a:rPr lang="es-MX" sz="1400" dirty="0"/>
              <a:t>Ausencia de dolor no es capacidad funcional. El dolor desaparece mucho antes de que la fibra recupere tolerancia al estrés mecánico dinámico.</a:t>
            </a:r>
          </a:p>
          <a:p>
            <a:pPr marL="285750" indent="-285750" algn="l">
              <a:buFont typeface="Calibri" panose="020F0502020204030204" pitchFamily="34" charset="0"/>
              <a:buChar char="⁻"/>
            </a:pPr>
            <a:endParaRPr lang="es-MX" sz="1400" dirty="0"/>
          </a:p>
          <a:p>
            <a:pPr marL="285750" indent="-285750" algn="l">
              <a:buFont typeface="Calibri" panose="020F0502020204030204" pitchFamily="34" charset="0"/>
              <a:buChar char="⁻"/>
            </a:pPr>
            <a:r>
              <a:rPr lang="es-MX" sz="1400" dirty="0"/>
              <a:t>Falla en los criterios de retorno. Dar el alta cuando el jugador no siente dolor al trotar en línea, sin exigir simetría de fuerza entre ambas piernas (LSI ≥ 90%, </a:t>
            </a:r>
            <a:r>
              <a:rPr lang="es-MX" sz="1400" dirty="0" err="1"/>
              <a:t>Limb</a:t>
            </a:r>
            <a:r>
              <a:rPr lang="es-MX" sz="1400" dirty="0"/>
              <a:t> </a:t>
            </a:r>
            <a:r>
              <a:rPr lang="es-MX" sz="1400" dirty="0" err="1"/>
              <a:t>Symmetry</a:t>
            </a:r>
            <a:r>
              <a:rPr lang="es-MX" sz="1400" dirty="0"/>
              <a:t> </a:t>
            </a:r>
            <a:r>
              <a:rPr lang="es-MX" sz="1400" dirty="0" err="1"/>
              <a:t>Index</a:t>
            </a:r>
            <a:r>
              <a:rPr lang="es-MX" sz="1400" dirty="0"/>
              <a:t>) ni rendimiento funcional dinámico, reintroduce la fibra en zona de falla estructural.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CD662DB-C246-4255-97D2-13EF7DC91AB1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Lectura clínica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B51A30B3-D681-407B-A33C-BC0A6176786A}"/>
              </a:ext>
            </a:extLst>
          </p:cNvPr>
          <p:cNvSpPr txBox="1">
            <a:spLocks/>
          </p:cNvSpPr>
          <p:nvPr/>
        </p:nvSpPr>
        <p:spPr>
          <a:xfrm>
            <a:off x="121745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es-MX" sz="29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C399BF67-62A1-472B-AF1D-87AB51119578}"/>
              </a:ext>
            </a:extLst>
          </p:cNvPr>
          <p:cNvSpPr txBox="1">
            <a:spLocks/>
          </p:cNvSpPr>
          <p:nvPr/>
        </p:nvSpPr>
        <p:spPr>
          <a:xfrm>
            <a:off x="135969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s-MX" sz="2400" dirty="0"/>
              <a:t>El alta cae antes del remodelado</a:t>
            </a:r>
            <a:endParaRPr lang="es-MX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BE09F2B-AF66-4E3E-BDFF-E6DB8AE808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245" y="1609934"/>
            <a:ext cx="5766154" cy="395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ítulo 6">
            <a:extLst>
              <a:ext uri="{FF2B5EF4-FFF2-40B4-BE49-F238E27FC236}">
                <a16:creationId xmlns:a16="http://schemas.microsoft.com/office/drawing/2014/main" id="{B116D571-9C4C-4637-88CF-E21A5B2C8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6630" y="1919392"/>
            <a:ext cx="8918740" cy="3019215"/>
          </a:xfrm>
        </p:spPr>
        <p:txBody>
          <a:bodyPr/>
          <a:lstStyle/>
          <a:p>
            <a:pPr marL="342900" indent="-342900" algn="l">
              <a:buFont typeface="+mj-lt"/>
              <a:buAutoNum type="arabicPeriod"/>
            </a:pPr>
            <a:r>
              <a:rPr lang="es-MX" sz="1600" dirty="0"/>
              <a:t>Carga excéntrica progresiva De isométricos a isotónicos excéntricos en rango externo, para estimular la síntesis de colágeno sin superar 3/10 en la escala de dolor.</a:t>
            </a:r>
          </a:p>
          <a:p>
            <a:pPr marL="342900" indent="-342900" algn="l">
              <a:buFont typeface="+mj-lt"/>
              <a:buAutoNum type="arabicPeriod"/>
            </a:pPr>
            <a:endParaRPr lang="es-MX" sz="1600" dirty="0"/>
          </a:p>
          <a:p>
            <a:pPr marL="342900" indent="-342900" algn="l">
              <a:buFont typeface="+mj-lt"/>
              <a:buAutoNum type="arabicPeriod"/>
            </a:pPr>
            <a:r>
              <a:rPr lang="es-MX" sz="1600" dirty="0"/>
              <a:t>Criterio objetivo de alta No autorizar el retorno sin al menos 90% de simetría de fuerza entre la pierna lesionada y la sana (</a:t>
            </a:r>
            <a:r>
              <a:rPr lang="es-MX" sz="1600" dirty="0" err="1"/>
              <a:t>Limb</a:t>
            </a:r>
            <a:r>
              <a:rPr lang="es-MX" sz="1600" dirty="0"/>
              <a:t> </a:t>
            </a:r>
            <a:r>
              <a:rPr lang="es-MX" sz="1600" dirty="0" err="1"/>
              <a:t>Symmetry</a:t>
            </a:r>
            <a:r>
              <a:rPr lang="es-MX" sz="1600" dirty="0"/>
              <a:t> </a:t>
            </a:r>
            <a:r>
              <a:rPr lang="es-MX" sz="1600" dirty="0" err="1"/>
              <a:t>Index</a:t>
            </a:r>
            <a:r>
              <a:rPr lang="es-MX" sz="1600" dirty="0"/>
              <a:t>), medida con dinamometría y pruebas funcionales de salto y agilidad.</a:t>
            </a:r>
          </a:p>
          <a:p>
            <a:pPr marL="342900" indent="-342900" algn="l">
              <a:buFont typeface="+mj-lt"/>
              <a:buAutoNum type="arabicPeriod"/>
            </a:pPr>
            <a:endParaRPr lang="es-MX" sz="1600" dirty="0"/>
          </a:p>
          <a:p>
            <a:pPr marL="342900" indent="-342900" algn="l">
              <a:buFont typeface="+mj-lt"/>
              <a:buAutoNum type="arabicPeriod"/>
            </a:pPr>
            <a:r>
              <a:rPr lang="es-MX" sz="1600" dirty="0"/>
              <a:t>Gestión del reingreso Monitoreo del volumen de alta intensidad durante los primeros 60 días tras el alta, para respetar la maduración final del tejido.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CD662DB-C246-4255-97D2-13EF7DC91AB1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Aplicación clínica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B51A30B3-D681-407B-A33C-BC0A6176786A}"/>
              </a:ext>
            </a:extLst>
          </p:cNvPr>
          <p:cNvSpPr txBox="1">
            <a:spLocks/>
          </p:cNvSpPr>
          <p:nvPr/>
        </p:nvSpPr>
        <p:spPr>
          <a:xfrm>
            <a:off x="1217452" y="811331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 lang="es-MX" sz="29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C399BF67-62A1-472B-AF1D-87AB51119578}"/>
              </a:ext>
            </a:extLst>
          </p:cNvPr>
          <p:cNvSpPr txBox="1">
            <a:spLocks/>
          </p:cNvSpPr>
          <p:nvPr/>
        </p:nvSpPr>
        <p:spPr>
          <a:xfrm>
            <a:off x="1152523" y="973467"/>
            <a:ext cx="9886950" cy="609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000" b="1" i="0" u="none" strike="noStrike" cap="none" spc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Poppins"/>
              <a:buNone/>
              <a:defRPr sz="6933" b="1" i="0" u="none" strike="noStrike" cap="none" spc="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es-MX" sz="2400" dirty="0"/>
              <a:t>Del dato a la conducta</a:t>
            </a:r>
            <a:endParaRPr lang="es-MX" sz="24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11C7832-02C8-4EF0-8900-19CF49276CFE}"/>
              </a:ext>
            </a:extLst>
          </p:cNvPr>
          <p:cNvSpPr txBox="1"/>
          <p:nvPr/>
        </p:nvSpPr>
        <p:spPr>
          <a:xfrm>
            <a:off x="2681285" y="5274933"/>
            <a:ext cx="6829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dirty="0">
                <a:latin typeface="Poppins" panose="00000500000000000000" pitchFamily="2" charset="0"/>
                <a:cs typeface="Poppins" panose="00000500000000000000" pitchFamily="2" charset="0"/>
              </a:rPr>
              <a:t>El punto 3 sale directamente del hallazgo: el 34% de las recaídas ocurre en esa ventana.</a:t>
            </a:r>
            <a:endParaRPr lang="es-AR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178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78210A-B748-443B-9C4D-4FCC9C7E3E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2523" y="1019604"/>
            <a:ext cx="9886950" cy="609599"/>
          </a:xfrm>
        </p:spPr>
        <p:txBody>
          <a:bodyPr/>
          <a:lstStyle/>
          <a:p>
            <a:r>
              <a:rPr lang="es-MX" sz="2900" b="1" dirty="0">
                <a:latin typeface="Poppins" panose="00000500000000000000" pitchFamily="2" charset="0"/>
                <a:cs typeface="Poppins" panose="00000500000000000000" pitchFamily="2" charset="0"/>
              </a:rPr>
              <a:t>¿Se puede monitorear esto sin datos clínicos?</a:t>
            </a:r>
            <a:endParaRPr lang="es-AR" sz="29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BDE0B4D-C927-4AB3-885E-A8AE5E4840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7" y="3684946"/>
            <a:ext cx="9144000" cy="2220554"/>
          </a:xfrm>
        </p:spPr>
        <p:txBody>
          <a:bodyPr/>
          <a:lstStyle/>
          <a:p>
            <a:pPr marL="285750" indent="-285750" algn="l">
              <a:buFontTx/>
              <a:buChar char="-"/>
            </a:pPr>
            <a:r>
              <a:rPr lang="es-MX" sz="1400" dirty="0"/>
              <a:t>La tasa de recaída coincide: 17% contra 16%. El dato más difícil de medir es el que mejor reproduce.</a:t>
            </a:r>
          </a:p>
          <a:p>
            <a:pPr marL="0" indent="0" algn="l"/>
            <a:endParaRPr lang="es-MX" sz="1400" dirty="0"/>
          </a:p>
          <a:p>
            <a:pPr marL="285750" indent="-285750" algn="l">
              <a:buFontTx/>
              <a:buChar char="-"/>
            </a:pPr>
            <a:r>
              <a:rPr lang="es-MX" sz="1400" dirty="0"/>
              <a:t>Las definiciones no son idénticas, UEFA usa ventanas temporales específicas y este trabajo cuenta cualquier repetición del mismo tipo en tres temporadas, así que la coincidencia vale como orden de magnitud.</a:t>
            </a:r>
          </a:p>
          <a:p>
            <a:pPr marL="0" indent="0" algn="l"/>
            <a:endParaRPr lang="es-MX" sz="1400" dirty="0"/>
          </a:p>
          <a:p>
            <a:pPr marL="285750" indent="-285750" algn="l">
              <a:buFontTx/>
              <a:buChar char="-"/>
            </a:pPr>
            <a:r>
              <a:rPr lang="es-MX" sz="1400" dirty="0"/>
              <a:t>La distribución por subtipo sí difiere: UEFA reporta isquiotibiales 37% de las musculares y acá aparecen con 20%. La causa probable es el 45% de casos sin subtipo especificado en los reportes públicos.</a:t>
            </a:r>
            <a:endParaRPr lang="es-AR" sz="14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06CD34F-1230-46E3-9483-4A61B5231EF5}"/>
              </a:ext>
            </a:extLst>
          </p:cNvPr>
          <p:cNvSpPr txBox="1"/>
          <p:nvPr/>
        </p:nvSpPr>
        <p:spPr>
          <a:xfrm>
            <a:off x="3582349" y="187698"/>
            <a:ext cx="5027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4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Contexto</a:t>
            </a:r>
            <a:endParaRPr lang="es-AR" sz="24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graphicFrame>
        <p:nvGraphicFramePr>
          <p:cNvPr id="7" name="Tabla 7">
            <a:extLst>
              <a:ext uri="{FF2B5EF4-FFF2-40B4-BE49-F238E27FC236}">
                <a16:creationId xmlns:a16="http://schemas.microsoft.com/office/drawing/2014/main" id="{E98B5AB6-3D25-477C-9E22-1D3296CE70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332861"/>
              </p:ext>
            </p:extLst>
          </p:nvPr>
        </p:nvGraphicFramePr>
        <p:xfrm>
          <a:off x="1921665" y="1646730"/>
          <a:ext cx="8348665" cy="189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215">
                  <a:extLst>
                    <a:ext uri="{9D8B030D-6E8A-4147-A177-3AD203B41FA5}">
                      <a16:colId xmlns:a16="http://schemas.microsoft.com/office/drawing/2014/main" val="1443948213"/>
                    </a:ext>
                  </a:extLst>
                </a:gridCol>
                <a:gridCol w="2657475">
                  <a:extLst>
                    <a:ext uri="{9D8B030D-6E8A-4147-A177-3AD203B41FA5}">
                      <a16:colId xmlns:a16="http://schemas.microsoft.com/office/drawing/2014/main" val="2327680096"/>
                    </a:ext>
                  </a:extLst>
                </a:gridCol>
                <a:gridCol w="3609975">
                  <a:extLst>
                    <a:ext uri="{9D8B030D-6E8A-4147-A177-3AD203B41FA5}">
                      <a16:colId xmlns:a16="http://schemas.microsoft.com/office/drawing/2014/main" val="1741778564"/>
                    </a:ext>
                  </a:extLst>
                </a:gridCol>
              </a:tblGrid>
              <a:tr h="370336">
                <a:tc>
                  <a:txBody>
                    <a:bodyPr/>
                    <a:lstStyle/>
                    <a:p>
                      <a:endParaRPr lang="es-AR" sz="16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Este análisis</a:t>
                      </a:r>
                      <a:endParaRPr lang="es-AR" sz="16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UEFA Elite Club Injury Study</a:t>
                      </a:r>
                      <a:endParaRPr lang="es-AR" sz="1600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15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Fuente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Reportes públicos de clubes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Partes médicos de 54 clubes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7780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Recaída muscular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~17%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16%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5147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% musculares del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AR" sz="160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3667577"/>
                  </a:ext>
                </a:extLst>
              </a:tr>
            </a:tbl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5B943EA8-B3F7-459C-BBEB-92B0723657E7}"/>
              </a:ext>
            </a:extLst>
          </p:cNvPr>
          <p:cNvSpPr txBox="1"/>
          <p:nvPr/>
        </p:nvSpPr>
        <p:spPr>
          <a:xfrm>
            <a:off x="3931444" y="6253490"/>
            <a:ext cx="61102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Ekstrand</a:t>
            </a:r>
            <a:r>
              <a:rPr lang="es-MX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et al., UEFA Elite Club </a:t>
            </a:r>
            <a:r>
              <a:rPr lang="es-MX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Injury</a:t>
            </a:r>
            <a:r>
              <a:rPr lang="es-MX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MX" dirty="0" err="1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Study</a:t>
            </a:r>
            <a:r>
              <a:rPr lang="es-MX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 Datos de referencia publicados entre 2018 y 2022.</a:t>
            </a:r>
            <a:endParaRPr lang="es-AR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773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2EB96AAF-A738-47EF-8ED8-C62E47513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80" y="2210482"/>
            <a:ext cx="4399280" cy="3026886"/>
          </a:xfrm>
        </p:spPr>
        <p:txBody>
          <a:bodyPr>
            <a:normAutofit fontScale="92500"/>
          </a:bodyPr>
          <a:lstStyle/>
          <a:p>
            <a:pPr marL="342900" indent="-342900" algn="l">
              <a:lnSpc>
                <a:spcPct val="110000"/>
              </a:lnSpc>
              <a:buFontTx/>
              <a:buChar char="-"/>
            </a:pPr>
            <a:r>
              <a:rPr lang="es-MX" sz="1800" dirty="0"/>
              <a:t>Agosto (290) está parcialmente inflado por el método: el criterio de 45 días  cuenta como nuevos los episodios arrastrados del receso.</a:t>
            </a:r>
          </a:p>
          <a:p>
            <a:pPr marL="0" indent="0" algn="l">
              <a:lnSpc>
                <a:spcPct val="110000"/>
              </a:lnSpc>
            </a:pPr>
            <a:endParaRPr lang="es-MX" sz="1800" dirty="0"/>
          </a:p>
          <a:p>
            <a:pPr marL="342900" indent="-342900" algn="l">
              <a:lnSpc>
                <a:spcPct val="110000"/>
              </a:lnSpc>
              <a:buFontTx/>
              <a:buChar char="-"/>
            </a:pPr>
            <a:r>
              <a:rPr lang="es-MX" sz="1800" dirty="0"/>
              <a:t>Noviembre (282) no tiene ese problema. Coincide con fecha FIFA y con el tramo  más comprimido del calendario europeo.</a:t>
            </a:r>
            <a:endParaRPr lang="es-AR" sz="1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C253A0-DAF0-418A-8143-7B12B8BB3E1D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Distribución mensual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69FA985-4B77-4D6F-AD27-CC759848B3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5243" y="798986"/>
            <a:ext cx="9886950" cy="609599"/>
          </a:xfrm>
        </p:spPr>
        <p:txBody>
          <a:bodyPr/>
          <a:lstStyle/>
          <a:p>
            <a:r>
              <a:rPr lang="es-MX" sz="2900" b="1" dirty="0">
                <a:latin typeface="Poppins" panose="00000500000000000000" pitchFamily="2" charset="0"/>
                <a:cs typeface="Poppins" panose="00000500000000000000" pitchFamily="2" charset="0"/>
              </a:rPr>
              <a:t>Agosto y noviembre concentran los picos</a:t>
            </a:r>
            <a:endParaRPr lang="es-AR" sz="29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4E38622-6490-408E-A18A-68AD89DD73A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2" t="9592" r="3660"/>
          <a:stretch/>
        </p:blipFill>
        <p:spPr>
          <a:xfrm>
            <a:off x="4277905" y="1585245"/>
            <a:ext cx="7832815" cy="427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16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A3E9EBFC-1BF4-4568-95BA-32CF5086B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955698"/>
            <a:ext cx="4592320" cy="3439262"/>
          </a:xfrm>
        </p:spPr>
        <p:txBody>
          <a:bodyPr>
            <a:normAutofit/>
          </a:bodyPr>
          <a:lstStyle/>
          <a:p>
            <a:pPr marL="342900" indent="-342900" algn="l">
              <a:buFontTx/>
              <a:buChar char="-"/>
            </a:pPr>
            <a:r>
              <a:rPr lang="es-MX" sz="1400" dirty="0"/>
              <a:t>Musculares en agosto: </a:t>
            </a:r>
          </a:p>
          <a:p>
            <a:pPr marL="0" indent="0" algn="l"/>
            <a:r>
              <a:rPr lang="es-MX" sz="1400" dirty="0"/>
              <a:t>       67 (2024) → 98 (2025) → 125 (2026).</a:t>
            </a:r>
          </a:p>
          <a:p>
            <a:pPr marL="0" indent="0" algn="l"/>
            <a:endParaRPr lang="es-MX" sz="1400" dirty="0"/>
          </a:p>
          <a:p>
            <a:pPr marL="342900" indent="-342900" algn="l">
              <a:buFontTx/>
              <a:buChar char="-"/>
            </a:pPr>
            <a:r>
              <a:rPr lang="es-MX" sz="1400" dirty="0"/>
              <a:t>En el mismo período, rodilla y tobillo pasaron de 106 a 132 y volvieron a 106.  Si fuera un problema de cobertura de datos, subirían todas las categorías.</a:t>
            </a:r>
          </a:p>
          <a:p>
            <a:pPr marL="0" indent="0" algn="l"/>
            <a:endParaRPr lang="es-MX" sz="1400" dirty="0"/>
          </a:p>
          <a:p>
            <a:pPr marL="342900" indent="-342900" algn="l">
              <a:buFontTx/>
              <a:buChar char="-"/>
            </a:pPr>
            <a:r>
              <a:rPr lang="es-MX" sz="1400" dirty="0"/>
              <a:t>Se probó la hipótesis de los torneos de verano (Mundial de Clubes 2025) y no la explica: los equipos participantes no muestran un  aumento mayor que el resto.</a:t>
            </a:r>
            <a:endParaRPr lang="es-AR" sz="14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3B59EE6-8699-457C-9271-E77290793AC3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El aumento en agosto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EFF33C4-6948-414F-B042-B895936D14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5243" y="798986"/>
            <a:ext cx="9886950" cy="609599"/>
          </a:xfrm>
        </p:spPr>
        <p:txBody>
          <a:bodyPr/>
          <a:lstStyle/>
          <a:p>
            <a:r>
              <a:rPr lang="es-MX" sz="2400" dirty="0"/>
              <a:t>Las musculares de agosto crecieron 87% en dos temporadas</a:t>
            </a:r>
            <a:endParaRPr lang="es-AR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27360C5-A83A-4BA8-9EE5-C4E59FDC17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" t="9260" r="4743" b="1972"/>
          <a:stretch/>
        </p:blipFill>
        <p:spPr>
          <a:xfrm>
            <a:off x="4592320" y="1484022"/>
            <a:ext cx="7670800" cy="4382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72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2EB96AAF-A738-47EF-8ED8-C62E47513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1267" y="1036793"/>
            <a:ext cx="10029822" cy="2645254"/>
          </a:xfrm>
        </p:spPr>
        <p:txBody>
          <a:bodyPr>
            <a:normAutofit fontScale="70000" lnSpcReduction="20000"/>
          </a:bodyPr>
          <a:lstStyle/>
          <a:p>
            <a:pPr algn="l">
              <a:lnSpc>
                <a:spcPct val="120000"/>
              </a:lnSpc>
              <a:buFontTx/>
              <a:buChar char="-"/>
            </a:pPr>
            <a:r>
              <a:rPr lang="es-MX" sz="1800" dirty="0"/>
              <a:t>No se pueden comparar ligas. Premier especifica el subtipo en el 72% de los  casos y LaLiga solo en el 39%. Las diferencias son de reporte, no clínicas: se descartó que sean un efecto de densidad de calendario, ya que la relación partidos/días es prácticamente igual en las cinco ligas.</a:t>
            </a:r>
          </a:p>
          <a:p>
            <a:pPr marL="152400" indent="0" algn="l">
              <a:lnSpc>
                <a:spcPct val="120000"/>
              </a:lnSpc>
            </a:pPr>
            <a:endParaRPr lang="es-MX" sz="1800" dirty="0"/>
          </a:p>
          <a:p>
            <a:pPr algn="l">
              <a:lnSpc>
                <a:spcPct val="120000"/>
              </a:lnSpc>
              <a:buFontTx/>
              <a:buChar char="-"/>
            </a:pPr>
            <a:r>
              <a:rPr lang="es-MX" sz="1800" dirty="0"/>
              <a:t>La rodilla no se puede desagregar. El 96% de los registros dice únicamente  "</a:t>
            </a:r>
            <a:r>
              <a:rPr lang="es-MX" sz="1800" dirty="0" err="1"/>
              <a:t>Knee</a:t>
            </a:r>
            <a:r>
              <a:rPr lang="es-MX" sz="1800" dirty="0"/>
              <a:t> </a:t>
            </a:r>
            <a:r>
              <a:rPr lang="es-MX" sz="1800" dirty="0" err="1"/>
              <a:t>Injury</a:t>
            </a:r>
            <a:r>
              <a:rPr lang="es-MX" sz="1800" dirty="0"/>
              <a:t>": no se separa un esguince de una rotura de ligamento cruzado.</a:t>
            </a:r>
          </a:p>
          <a:p>
            <a:pPr marL="152400" indent="0" algn="l">
              <a:lnSpc>
                <a:spcPct val="120000"/>
              </a:lnSpc>
            </a:pPr>
            <a:endParaRPr lang="es-MX" sz="1800" dirty="0"/>
          </a:p>
          <a:p>
            <a:pPr algn="l">
              <a:lnSpc>
                <a:spcPct val="120000"/>
              </a:lnSpc>
              <a:buFontTx/>
              <a:buChar char="-"/>
            </a:pPr>
            <a:r>
              <a:rPr lang="es-MX" sz="1800" dirty="0"/>
              <a:t>No hay exposición. Sin minutos jugados no se puede calcular incidencia por  1.000 horas, que es el estándar en epidemiología deportiva.</a:t>
            </a:r>
          </a:p>
          <a:p>
            <a:pPr marL="152400" indent="0" algn="l">
              <a:lnSpc>
                <a:spcPct val="120000"/>
              </a:lnSpc>
            </a:pPr>
            <a:endParaRPr lang="es-MX" sz="1800" dirty="0"/>
          </a:p>
          <a:p>
            <a:pPr algn="l">
              <a:lnSpc>
                <a:spcPct val="120000"/>
              </a:lnSpc>
              <a:buFontTx/>
              <a:buChar char="-"/>
            </a:pPr>
            <a:r>
              <a:rPr lang="es-MX" sz="1800" dirty="0"/>
              <a:t>El 45% de las musculares no tiene subtipo. Y si los clubes son más vagos con  las lesiones graves, ese grupo estaría sesgado hacia casos serios.</a:t>
            </a:r>
            <a:endParaRPr lang="es-AR" sz="1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C253A0-DAF0-418A-8143-7B12B8BB3E1D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Limitaciones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graphicFrame>
        <p:nvGraphicFramePr>
          <p:cNvPr id="9" name="Tabla 5">
            <a:extLst>
              <a:ext uri="{FF2B5EF4-FFF2-40B4-BE49-F238E27FC236}">
                <a16:creationId xmlns:a16="http://schemas.microsoft.com/office/drawing/2014/main" id="{FFC6AB06-4E2E-4791-BC0D-A8688654E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55647"/>
              </p:ext>
            </p:extLst>
          </p:nvPr>
        </p:nvGraphicFramePr>
        <p:xfrm>
          <a:off x="2162178" y="3682047"/>
          <a:ext cx="8128000" cy="22559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93742">
                  <a:extLst>
                    <a:ext uri="{9D8B030D-6E8A-4147-A177-3AD203B41FA5}">
                      <a16:colId xmlns:a16="http://schemas.microsoft.com/office/drawing/2014/main" val="927332971"/>
                    </a:ext>
                  </a:extLst>
                </a:gridCol>
                <a:gridCol w="4834258">
                  <a:extLst>
                    <a:ext uri="{9D8B030D-6E8A-4147-A177-3AD203B41FA5}">
                      <a16:colId xmlns:a16="http://schemas.microsoft.com/office/drawing/2014/main" val="39315484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ESPECIFICACIÓN SUBTIPO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663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Premier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72%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99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La 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39%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724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Serie 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59%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8911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Bundesliga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48%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178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Ligue 1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64%</a:t>
                      </a:r>
                      <a:endParaRPr lang="es-AR" dirty="0">
                        <a:latin typeface="Poppins" panose="00000500000000000000" pitchFamily="2" charset="0"/>
                        <a:cs typeface="Poppins" panose="000005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263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8484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2EB96AAF-A738-47EF-8ED8-C62E47513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18" y="901700"/>
            <a:ext cx="11005182" cy="5070475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MX" sz="7600" dirty="0"/>
              <a:t>PLANIFICACIÓN DE PLANTEL</a:t>
            </a:r>
          </a:p>
          <a:p>
            <a:pPr marL="0" indent="0">
              <a:lnSpc>
                <a:spcPct val="120000"/>
              </a:lnSpc>
              <a:buNone/>
            </a:pPr>
            <a:endParaRPr lang="es-MX" sz="7600" dirty="0"/>
          </a:p>
          <a:p>
            <a:pPr marL="0" indent="0" algn="l">
              <a:lnSpc>
                <a:spcPct val="120000"/>
              </a:lnSpc>
            </a:pPr>
            <a:r>
              <a:rPr lang="es-MX" sz="6400" dirty="0"/>
              <a:t>Una lesión muscular cuesta 2 o 3 partidos, sin importar el subtipo. El 90% se resuelve en menos de 9. La rodilla tiene mediana similar pero cola larga: uno de cada diez casos supera los 24 partidos.</a:t>
            </a:r>
          </a:p>
          <a:p>
            <a:pPr marL="0" indent="0">
              <a:lnSpc>
                <a:spcPct val="120000"/>
              </a:lnSpc>
              <a:buNone/>
            </a:pPr>
            <a:endParaRPr lang="es-MX" sz="7600" dirty="0"/>
          </a:p>
          <a:p>
            <a:pPr marL="0" indent="0">
              <a:lnSpc>
                <a:spcPct val="120000"/>
              </a:lnSpc>
              <a:buNone/>
            </a:pPr>
            <a:r>
              <a:rPr lang="es-MX" sz="7600" dirty="0"/>
              <a:t>SEGUIMIENTO POST-LESIÓN</a:t>
            </a:r>
          </a:p>
          <a:p>
            <a:pPr marL="0" indent="0">
              <a:lnSpc>
                <a:spcPct val="120000"/>
              </a:lnSpc>
              <a:buNone/>
            </a:pPr>
            <a:endParaRPr lang="es-MX" sz="7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s-MX" sz="6400" dirty="0"/>
              <a:t>Isquiotibiales y cuádriceps recaen casi el doble que gemelo y aductores. Y en isquiotibiales, un tercio de las recaídas ocurre antes de los 60 días del alta. El riesgo no termina con el alta.</a:t>
            </a:r>
          </a:p>
          <a:p>
            <a:pPr marL="0" indent="0" algn="l">
              <a:lnSpc>
                <a:spcPct val="120000"/>
              </a:lnSpc>
              <a:buNone/>
            </a:pPr>
            <a:endParaRPr lang="es-MX" sz="7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s-MX" sz="6400" dirty="0"/>
              <a:t>Estos son patrones poblacionales, no criterios clínicos. Sirven para diseñar protocolos de seguimiento, no para decidir sobre un jugador concreto: cada caso tiene su historia y su contexto.</a:t>
            </a:r>
          </a:p>
          <a:p>
            <a:pPr marL="0" indent="0">
              <a:lnSpc>
                <a:spcPct val="120000"/>
              </a:lnSpc>
              <a:buNone/>
            </a:pPr>
            <a:endParaRPr lang="es-MX" sz="7600" dirty="0"/>
          </a:p>
          <a:p>
            <a:pPr marL="0" indent="0">
              <a:lnSpc>
                <a:spcPct val="120000"/>
              </a:lnSpc>
              <a:buNone/>
            </a:pPr>
            <a:r>
              <a:rPr lang="es-MX" sz="7600" dirty="0"/>
              <a:t>CALENDARIO</a:t>
            </a:r>
          </a:p>
          <a:p>
            <a:pPr marL="0" indent="0">
              <a:lnSpc>
                <a:spcPct val="120000"/>
              </a:lnSpc>
              <a:buNone/>
            </a:pPr>
            <a:endParaRPr lang="es-MX" sz="7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s-MX" sz="6400" dirty="0"/>
              <a:t>Agosto y noviembre concentran los picos. El aumento sostenido de musculares en agosto merece seguimiento: la hipótesis de los torneos de verano no lo explica, pero la tendencia general del fútbol es hacia más competencias y menos descanso: Mundial de Clubes ampliado, más partidos internacionales, calendarios más comprimidos. Verificarlo requiere datos de exposición que esta fuente no tiene.</a:t>
            </a:r>
          </a:p>
          <a:p>
            <a:pPr algn="l">
              <a:buFontTx/>
              <a:buChar char="-"/>
            </a:pPr>
            <a:endParaRPr lang="es-AR" sz="1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C253A0-DAF0-418A-8143-7B12B8BB3E1D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Conclusiones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96303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2EB96AAF-A738-47EF-8ED8-C62E47513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80" y="2052321"/>
            <a:ext cx="10200640" cy="2143759"/>
          </a:xfrm>
        </p:spPr>
        <p:txBody>
          <a:bodyPr>
            <a:normAutofit/>
          </a:bodyPr>
          <a:lstStyle/>
          <a:p>
            <a:pPr algn="l">
              <a:buFontTx/>
              <a:buChar char="-"/>
            </a:pPr>
            <a:r>
              <a:rPr lang="es-MX" sz="1800" dirty="0"/>
              <a:t>Incorporar minutos jugados para calcular incidencia por exposición y modelar  carga acumulada previa a la lesión.</a:t>
            </a:r>
          </a:p>
          <a:p>
            <a:pPr algn="l">
              <a:buFontTx/>
              <a:buChar char="-"/>
            </a:pPr>
            <a:endParaRPr lang="es-MX" sz="1800" dirty="0"/>
          </a:p>
          <a:p>
            <a:pPr algn="l">
              <a:buFontTx/>
              <a:buChar char="-"/>
            </a:pPr>
            <a:r>
              <a:rPr lang="es-MX" sz="1800" dirty="0"/>
              <a:t>Cruzar con densidad de calendario: días de descanso entre partidos.</a:t>
            </a:r>
          </a:p>
          <a:p>
            <a:pPr algn="l">
              <a:buFontTx/>
              <a:buChar char="-"/>
            </a:pPr>
            <a:endParaRPr lang="es-MX" sz="1800" dirty="0"/>
          </a:p>
          <a:p>
            <a:pPr algn="l">
              <a:buFontTx/>
              <a:buChar char="-"/>
            </a:pPr>
            <a:r>
              <a:rPr lang="es-MX" sz="1800" dirty="0"/>
              <a:t>Modelo de riesgo individual: estimar probabilidad de recaída en función del  tiempo transcurrido desde el alta.</a:t>
            </a:r>
            <a:endParaRPr lang="es-AR" sz="18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7C253A0-DAF0-418A-8143-7B12B8BB3E1D}"/>
              </a:ext>
            </a:extLst>
          </p:cNvPr>
          <p:cNvSpPr txBox="1"/>
          <p:nvPr/>
        </p:nvSpPr>
        <p:spPr>
          <a:xfrm>
            <a:off x="3582349" y="129883"/>
            <a:ext cx="502729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rgbClr val="191919"/>
              </a:buClr>
              <a:buSzPts val="5200"/>
            </a:pPr>
            <a:r>
              <a:rPr lang="es-ES" sz="2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"/>
              </a:rPr>
              <a:t>Líneas futuras</a:t>
            </a:r>
            <a:endParaRPr lang="es-AR" sz="2600" b="1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  <a:sym typeface="Poppins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28BDED5-4F88-475A-86CB-0A9E432777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5725" y="1032524"/>
            <a:ext cx="9886950" cy="609599"/>
          </a:xfrm>
        </p:spPr>
        <p:txBody>
          <a:bodyPr/>
          <a:lstStyle/>
          <a:p>
            <a:r>
              <a:rPr lang="es-MX" sz="2400" dirty="0"/>
              <a:t>Qué sigue</a:t>
            </a:r>
            <a:endParaRPr lang="es-AR" sz="2400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66B157D-C4C5-4D84-BE1A-487A02934F5E}"/>
              </a:ext>
            </a:extLst>
          </p:cNvPr>
          <p:cNvSpPr txBox="1"/>
          <p:nvPr/>
        </p:nvSpPr>
        <p:spPr>
          <a:xfrm>
            <a:off x="0" y="6030093"/>
            <a:ext cx="32715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latin typeface="Poppins" panose="00000500000000000000" pitchFamily="2" charset="0"/>
                <a:cs typeface="Poppins" panose="00000500000000000000" pitchFamily="2" charset="0"/>
              </a:rPr>
              <a:t>Román Demarco </a:t>
            </a:r>
            <a:r>
              <a:rPr lang="es-MX" b="1" dirty="0">
                <a:latin typeface="Poppins" panose="00000500000000000000" pitchFamily="2" charset="0"/>
                <a:cs typeface="Poppins" panose="00000500000000000000" pitchFamily="2" charset="0"/>
                <a:hlinkClick r:id="rId2"/>
              </a:rPr>
              <a:t>romandemarco39@gmail.com</a:t>
            </a:r>
            <a:endParaRPr lang="es-MX" b="1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s-MX" b="1" dirty="0">
                <a:latin typeface="Poppins" panose="00000500000000000000" pitchFamily="2" charset="0"/>
                <a:cs typeface="Poppins" panose="00000500000000000000" pitchFamily="2" charset="0"/>
              </a:rPr>
              <a:t>github.com/</a:t>
            </a:r>
            <a:r>
              <a:rPr lang="es-MX" b="1" dirty="0" err="1">
                <a:latin typeface="Poppins" panose="00000500000000000000" pitchFamily="2" charset="0"/>
                <a:cs typeface="Poppins" panose="00000500000000000000" pitchFamily="2" charset="0"/>
              </a:rPr>
              <a:t>romandemarco</a:t>
            </a:r>
            <a:endParaRPr lang="es-AR" b="1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7875389"/>
      </p:ext>
    </p:extLst>
  </p:cSld>
  <p:clrMapOvr>
    <a:masterClrMapping/>
  </p:clrMapOvr>
</p:sld>
</file>

<file path=ppt/theme/theme1.xml><?xml version="1.0" encoding="utf-8"?>
<a:theme xmlns:a="http://schemas.openxmlformats.org/drawingml/2006/main" name="Clean and Neat Style Portfolio by Slidesgo">
  <a:themeElements>
    <a:clrScheme name="Simple Light">
      <a:dk1>
        <a:srgbClr val="191919"/>
      </a:dk1>
      <a:lt1>
        <a:srgbClr val="FFFFFF"/>
      </a:lt1>
      <a:dk2>
        <a:srgbClr val="45818E"/>
      </a:dk2>
      <a:lt2>
        <a:srgbClr val="D9D9D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usiness Annual Report by Slidesgo">
  <a:themeElements>
    <a:clrScheme name="Simple Light">
      <a:dk1>
        <a:srgbClr val="00094A"/>
      </a:dk1>
      <a:lt1>
        <a:srgbClr val="00649F"/>
      </a:lt1>
      <a:dk2>
        <a:srgbClr val="FEFEFE"/>
      </a:dk2>
      <a:lt2>
        <a:srgbClr val="63DBF5"/>
      </a:lt2>
      <a:accent1>
        <a:srgbClr val="006DF5"/>
      </a:accent1>
      <a:accent2>
        <a:srgbClr val="516CEE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94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2_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202A41"/>
    </a:dk1>
    <a:lt1>
      <a:srgbClr val="FFFFFF"/>
    </a:lt1>
    <a:dk2>
      <a:srgbClr val="516988"/>
    </a:dk2>
    <a:lt2>
      <a:srgbClr val="D3E1F1"/>
    </a:lt2>
    <a:accent1>
      <a:srgbClr val="90ABCE"/>
    </a:accent1>
    <a:accent2>
      <a:srgbClr val="6E86A5"/>
    </a:accent2>
    <a:accent3>
      <a:srgbClr val="F5F4F3"/>
    </a:accent3>
    <a:accent4>
      <a:srgbClr val="FFFFFF"/>
    </a:accent4>
    <a:accent5>
      <a:srgbClr val="FFFFFF"/>
    </a:accent5>
    <a:accent6>
      <a:srgbClr val="FFFFFF"/>
    </a:accent6>
    <a:hlink>
      <a:srgbClr val="202A41"/>
    </a:hlink>
    <a:folHlink>
      <a:srgbClr val="0097A7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13EADA5-356D-4CC2-9888-525123DD918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f5862a89-dc16-4a60-aeb9-4d44843e733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Clean and Neat Style Portfolio by Slidesgo</Template>
  <TotalTime>3065</TotalTime>
  <Words>1753</Words>
  <Application>Microsoft Office PowerPoint</Application>
  <PresentationFormat>Panorámica</PresentationFormat>
  <Paragraphs>238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6</vt:i4>
      </vt:variant>
      <vt:variant>
        <vt:lpstr>Títulos de diapositiva</vt:lpstr>
      </vt:variant>
      <vt:variant>
        <vt:i4>18</vt:i4>
      </vt:variant>
    </vt:vector>
  </HeadingPairs>
  <TitlesOfParts>
    <vt:vector size="33" baseType="lpstr">
      <vt:lpstr>Arial</vt:lpstr>
      <vt:lpstr>Calibri</vt:lpstr>
      <vt:lpstr>Maven Pro</vt:lpstr>
      <vt:lpstr>Montserrat</vt:lpstr>
      <vt:lpstr>Nunito Light</vt:lpstr>
      <vt:lpstr>Poppins</vt:lpstr>
      <vt:lpstr>Proxima Nova</vt:lpstr>
      <vt:lpstr>Proxima Nova Semibold</vt:lpstr>
      <vt:lpstr>PT Sans</vt:lpstr>
      <vt:lpstr>Clean and Neat Style Portfolio by Slidesgo</vt:lpstr>
      <vt:lpstr>Slidesgo Final Pages</vt:lpstr>
      <vt:lpstr>Industrial Preliminary Project by Slidesgo</vt:lpstr>
      <vt:lpstr>1_Slidesgo Final Pages</vt:lpstr>
      <vt:lpstr>Business Annual Report by Slidesgo</vt:lpstr>
      <vt:lpstr>2_Slidesgo Final Pages</vt:lpstr>
      <vt:lpstr>LESIONES MUSCULARES EN EL FÚTBOL EUROPEO</vt:lpstr>
      <vt:lpstr>¿Todas las lesiones musculares son iguales?</vt:lpstr>
      <vt:lpstr>31.203 registros, cinco ligas, tres temporadas</vt:lpstr>
      <vt:lpstr>Las musculares son el 39% de los episodios</vt:lpstr>
      <vt:lpstr>Presentación de PowerPoint</vt:lpstr>
      <vt:lpstr>¿Medir en partidos o en días?</vt:lpstr>
      <vt:lpstr>Los cuatro subtipos musculares duran lo mismo</vt:lpstr>
      <vt:lpstr> </vt:lpstr>
      <vt:lpstr>¿Por qué isquiotibiales y cuádriceps recaen más?</vt:lpstr>
      <vt:lpstr>Presentación de PowerPoint</vt:lpstr>
      <vt:lpstr>Presentación de PowerPoint</vt:lpstr>
      <vt:lpstr>Presentación de PowerPoint</vt:lpstr>
      <vt:lpstr>¿Se puede monitorear esto sin datos clínicos?</vt:lpstr>
      <vt:lpstr>Agosto y noviembre concentran los picos</vt:lpstr>
      <vt:lpstr>Las musculares de agosto crecieron 87% en dos temporadas</vt:lpstr>
      <vt:lpstr>Presentación de PowerPoint</vt:lpstr>
      <vt:lpstr>Presentación de PowerPoint</vt:lpstr>
      <vt:lpstr>Qué sigue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LESIONES MUSCULARES EN EL FÚTBOL EUROPEO</dc:title>
  <dc:creator>Roman Demarco</dc:creator>
  <cp:lastModifiedBy>Roman Demarco</cp:lastModifiedBy>
  <cp:revision>35</cp:revision>
  <dcterms:created xsi:type="dcterms:W3CDTF">2026-09-12T01:22:38Z</dcterms:created>
  <dcterms:modified xsi:type="dcterms:W3CDTF">2026-09-18T22:20:34Z</dcterms:modified>
</cp:coreProperties>
</file>