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5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6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74" r:id="rId2"/>
    <p:sldMasterId id="2147483690" r:id="rId3"/>
    <p:sldMasterId id="2147483722" r:id="rId4"/>
    <p:sldMasterId id="2147483725" r:id="rId5"/>
    <p:sldMasterId id="2147483759" r:id="rId6"/>
  </p:sldMasterIdLst>
  <p:sldIdLst>
    <p:sldId id="256" r:id="rId7"/>
    <p:sldId id="257" r:id="rId8"/>
    <p:sldId id="258" r:id="rId9"/>
    <p:sldId id="259" r:id="rId10"/>
    <p:sldId id="261" r:id="rId11"/>
    <p:sldId id="271" r:id="rId12"/>
    <p:sldId id="260" r:id="rId13"/>
    <p:sldId id="262" r:id="rId14"/>
    <p:sldId id="273" r:id="rId15"/>
    <p:sldId id="263" r:id="rId16"/>
    <p:sldId id="274" r:id="rId17"/>
    <p:sldId id="275" r:id="rId18"/>
    <p:sldId id="272" r:id="rId19"/>
    <p:sldId id="264" r:id="rId20"/>
    <p:sldId id="265" r:id="rId21"/>
    <p:sldId id="268" r:id="rId22"/>
    <p:sldId id="269" r:id="rId23"/>
    <p:sldId id="270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 snapToGrid="0">
      <p:cViewPr varScale="1">
        <p:scale>
          <a:sx n="80" d="100"/>
          <a:sy n="80" d="100"/>
        </p:scale>
        <p:origin x="7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 Demarco" userId="ec239ea09191a7ad" providerId="LiveId" clId="{EA601DBD-5995-484A-A688-08277575B004}"/>
    <pc:docChg chg="undo redo custSel addSld delSld modSld sldOrd modMainMaster">
      <pc:chgData name="Roman Demarco" userId="ec239ea09191a7ad" providerId="LiveId" clId="{EA601DBD-5995-484A-A688-08277575B004}" dt="2026-09-16T16:27:53.211" v="3720" actId="20577"/>
      <pc:docMkLst>
        <pc:docMk/>
      </pc:docMkLst>
      <pc:sldChg chg="addSp delSp modSp new mod">
        <pc:chgData name="Roman Demarco" userId="ec239ea09191a7ad" providerId="LiveId" clId="{EA601DBD-5995-484A-A688-08277575B004}" dt="2026-09-13T18:58:41.688" v="2505" actId="1035"/>
        <pc:sldMkLst>
          <pc:docMk/>
          <pc:sldMk cId="1001863454" sldId="256"/>
        </pc:sldMkLst>
        <pc:spChg chg="mod">
          <ac:chgData name="Roman Demarco" userId="ec239ea09191a7ad" providerId="LiveId" clId="{EA601DBD-5995-484A-A688-08277575B004}" dt="2026-09-13T16:40:11.705" v="1589" actId="2711"/>
          <ac:spMkLst>
            <pc:docMk/>
            <pc:sldMk cId="1001863454" sldId="256"/>
            <ac:spMk id="2" creationId="{603A4670-38FA-4439-AD90-4CB337197698}"/>
          </ac:spMkLst>
        </pc:spChg>
        <pc:spChg chg="mod">
          <ac:chgData name="Roman Demarco" userId="ec239ea09191a7ad" providerId="LiveId" clId="{EA601DBD-5995-484A-A688-08277575B004}" dt="2026-09-13T18:58:41.688" v="2505" actId="1035"/>
          <ac:spMkLst>
            <pc:docMk/>
            <pc:sldMk cId="1001863454" sldId="256"/>
            <ac:spMk id="3" creationId="{71A8A8E1-1228-41C5-81A6-B2B18DE24C95}"/>
          </ac:spMkLst>
        </pc:spChg>
        <pc:spChg chg="add mod">
          <ac:chgData name="Roman Demarco" userId="ec239ea09191a7ad" providerId="LiveId" clId="{EA601DBD-5995-484A-A688-08277575B004}" dt="2026-09-13T16:40:36.588" v="1590" actId="2711"/>
          <ac:spMkLst>
            <pc:docMk/>
            <pc:sldMk cId="1001863454" sldId="256"/>
            <ac:spMk id="6" creationId="{BEFCEB88-5A27-4378-8EE1-1EF29EE6662F}"/>
          </ac:spMkLst>
        </pc:spChg>
        <pc:picChg chg="add del mod">
          <ac:chgData name="Roman Demarco" userId="ec239ea09191a7ad" providerId="LiveId" clId="{EA601DBD-5995-484A-A688-08277575B004}" dt="2026-09-13T16:33:44.147" v="1558" actId="478"/>
          <ac:picMkLst>
            <pc:docMk/>
            <pc:sldMk cId="1001863454" sldId="256"/>
            <ac:picMk id="5" creationId="{84BBA84C-3E9F-4219-80AE-A89DB86B549A}"/>
          </ac:picMkLst>
        </pc:picChg>
        <pc:picChg chg="add del mod">
          <ac:chgData name="Roman Demarco" userId="ec239ea09191a7ad" providerId="LiveId" clId="{EA601DBD-5995-484A-A688-08277575B004}" dt="2026-09-13T16:31:34.824" v="1556" actId="931"/>
          <ac:picMkLst>
            <pc:docMk/>
            <pc:sldMk cId="1001863454" sldId="256"/>
            <ac:picMk id="7" creationId="{00F34ACE-239B-49A0-AB1A-543074098772}"/>
          </ac:picMkLst>
        </pc:picChg>
        <pc:picChg chg="add mod">
          <ac:chgData name="Roman Demarco" userId="ec239ea09191a7ad" providerId="LiveId" clId="{EA601DBD-5995-484A-A688-08277575B004}" dt="2026-09-13T16:33:49.652" v="1559" actId="1076"/>
          <ac:picMkLst>
            <pc:docMk/>
            <pc:sldMk cId="1001863454" sldId="256"/>
            <ac:picMk id="9" creationId="{639C4C4D-B051-4ADC-A4DA-BC91C7DF1469}"/>
          </ac:picMkLst>
        </pc:picChg>
        <pc:picChg chg="add del">
          <ac:chgData name="Roman Demarco" userId="ec239ea09191a7ad" providerId="LiveId" clId="{EA601DBD-5995-484A-A688-08277575B004}" dt="2026-09-13T16:31:14.630" v="1554"/>
          <ac:picMkLst>
            <pc:docMk/>
            <pc:sldMk cId="1001863454" sldId="256"/>
            <ac:picMk id="1026" creationId="{FD703D58-203D-4BB1-BE7C-90E245EF9F1B}"/>
          </ac:picMkLst>
        </pc:picChg>
      </pc:sldChg>
      <pc:sldChg chg="addSp delSp modSp new mod">
        <pc:chgData name="Roman Demarco" userId="ec239ea09191a7ad" providerId="LiveId" clId="{EA601DBD-5995-484A-A688-08277575B004}" dt="2026-09-13T18:37:35.001" v="2264" actId="113"/>
        <pc:sldMkLst>
          <pc:docMk/>
          <pc:sldMk cId="537520192" sldId="257"/>
        </pc:sldMkLst>
        <pc:spChg chg="mod">
          <ac:chgData name="Roman Demarco" userId="ec239ea09191a7ad" providerId="LiveId" clId="{EA601DBD-5995-484A-A688-08277575B004}" dt="2026-09-13T16:43:03.477" v="1613" actId="1076"/>
          <ac:spMkLst>
            <pc:docMk/>
            <pc:sldMk cId="537520192" sldId="257"/>
            <ac:spMk id="2" creationId="{0C9F8141-CC9B-444C-A30D-C62F0C83E025}"/>
          </ac:spMkLst>
        </pc:spChg>
        <pc:spChg chg="add mod">
          <ac:chgData name="Roman Demarco" userId="ec239ea09191a7ad" providerId="LiveId" clId="{EA601DBD-5995-484A-A688-08277575B004}" dt="2026-09-13T16:44:05.824" v="1632" actId="1076"/>
          <ac:spMkLst>
            <pc:docMk/>
            <pc:sldMk cId="537520192" sldId="257"/>
            <ac:spMk id="3" creationId="{59F45755-46ED-4D08-A666-462A064F9CB2}"/>
          </ac:spMkLst>
        </pc:spChg>
        <pc:spChg chg="del">
          <ac:chgData name="Roman Demarco" userId="ec239ea09191a7ad" providerId="LiveId" clId="{EA601DBD-5995-484A-A688-08277575B004}" dt="2026-09-12T01:58:24.140" v="111" actId="478"/>
          <ac:spMkLst>
            <pc:docMk/>
            <pc:sldMk cId="537520192" sldId="257"/>
            <ac:spMk id="3" creationId="{E5C0D376-D8E8-4FCE-A0EE-72A5CED80697}"/>
          </ac:spMkLst>
        </pc:spChg>
        <pc:spChg chg="add del mod">
          <ac:chgData name="Roman Demarco" userId="ec239ea09191a7ad" providerId="LiveId" clId="{EA601DBD-5995-484A-A688-08277575B004}" dt="2026-09-12T01:59:40.169" v="119" actId="478"/>
          <ac:spMkLst>
            <pc:docMk/>
            <pc:sldMk cId="537520192" sldId="257"/>
            <ac:spMk id="4" creationId="{E81FA626-A3AD-40F2-96FC-CF15B9E109DB}"/>
          </ac:spMkLst>
        </pc:spChg>
        <pc:spChg chg="add del">
          <ac:chgData name="Roman Demarco" userId="ec239ea09191a7ad" providerId="LiveId" clId="{EA601DBD-5995-484A-A688-08277575B004}" dt="2026-09-12T01:59:40.169" v="119" actId="478"/>
          <ac:spMkLst>
            <pc:docMk/>
            <pc:sldMk cId="537520192" sldId="257"/>
            <ac:spMk id="5" creationId="{A20F9CD3-1FAF-4591-903A-7EC47C9D2EF8}"/>
          </ac:spMkLst>
        </pc:spChg>
        <pc:spChg chg="add del mod">
          <ac:chgData name="Roman Demarco" userId="ec239ea09191a7ad" providerId="LiveId" clId="{EA601DBD-5995-484A-A688-08277575B004}" dt="2026-09-13T18:37:35.001" v="2264" actId="113"/>
          <ac:spMkLst>
            <pc:docMk/>
            <pc:sldMk cId="537520192" sldId="257"/>
            <ac:spMk id="6" creationId="{A0F09C73-D4E3-4E22-87C1-953B3ECAE7E0}"/>
          </ac:spMkLst>
        </pc:spChg>
        <pc:spChg chg="add del mod">
          <ac:chgData name="Roman Demarco" userId="ec239ea09191a7ad" providerId="LiveId" clId="{EA601DBD-5995-484A-A688-08277575B004}" dt="2026-09-12T02:00:10.744" v="209"/>
          <ac:spMkLst>
            <pc:docMk/>
            <pc:sldMk cId="537520192" sldId="257"/>
            <ac:spMk id="7" creationId="{F983B723-42B4-4301-BD1C-35815B749FED}"/>
          </ac:spMkLst>
        </pc:spChg>
        <pc:spChg chg="add del">
          <ac:chgData name="Roman Demarco" userId="ec239ea09191a7ad" providerId="LiveId" clId="{EA601DBD-5995-484A-A688-08277575B004}" dt="2026-09-12T02:00:22.972" v="213"/>
          <ac:spMkLst>
            <pc:docMk/>
            <pc:sldMk cId="537520192" sldId="257"/>
            <ac:spMk id="8" creationId="{71B106E9-AABB-4FDB-86FF-65C8C23669F6}"/>
          </ac:spMkLst>
        </pc:spChg>
      </pc:sldChg>
      <pc:sldChg chg="addSp modSp new mod setBg">
        <pc:chgData name="Roman Demarco" userId="ec239ea09191a7ad" providerId="LiveId" clId="{EA601DBD-5995-484A-A688-08277575B004}" dt="2026-09-13T18:37:08.947" v="2261" actId="1076"/>
        <pc:sldMkLst>
          <pc:docMk/>
          <pc:sldMk cId="154291569" sldId="258"/>
        </pc:sldMkLst>
        <pc:spChg chg="mod">
          <ac:chgData name="Roman Demarco" userId="ec239ea09191a7ad" providerId="LiveId" clId="{EA601DBD-5995-484A-A688-08277575B004}" dt="2026-09-13T16:46:09.325" v="1635" actId="1076"/>
          <ac:spMkLst>
            <pc:docMk/>
            <pc:sldMk cId="154291569" sldId="258"/>
            <ac:spMk id="2" creationId="{4B57A055-4197-45A0-B7B7-31AC210A5CF0}"/>
          </ac:spMkLst>
        </pc:spChg>
        <pc:spChg chg="mod">
          <ac:chgData name="Roman Demarco" userId="ec239ea09191a7ad" providerId="LiveId" clId="{EA601DBD-5995-484A-A688-08277575B004}" dt="2026-09-13T18:37:08.947" v="2261" actId="1076"/>
          <ac:spMkLst>
            <pc:docMk/>
            <pc:sldMk cId="154291569" sldId="258"/>
            <ac:spMk id="3" creationId="{28E7E18D-4A3B-4660-ADC9-17F90E1725C8}"/>
          </ac:spMkLst>
        </pc:spChg>
        <pc:spChg chg="add mod">
          <ac:chgData name="Roman Demarco" userId="ec239ea09191a7ad" providerId="LiveId" clId="{EA601DBD-5995-484A-A688-08277575B004}" dt="2026-09-13T16:43:59.274" v="1631" actId="1076"/>
          <ac:spMkLst>
            <pc:docMk/>
            <pc:sldMk cId="154291569" sldId="258"/>
            <ac:spMk id="5" creationId="{084BCEAC-D750-4A7F-8248-86B4DC535885}"/>
          </ac:spMkLst>
        </pc:spChg>
        <pc:graphicFrameChg chg="add mod modGraphic">
          <ac:chgData name="Roman Demarco" userId="ec239ea09191a7ad" providerId="LiveId" clId="{EA601DBD-5995-484A-A688-08277575B004}" dt="2026-09-13T18:35:58.113" v="2250" actId="1076"/>
          <ac:graphicFrameMkLst>
            <pc:docMk/>
            <pc:sldMk cId="154291569" sldId="258"/>
            <ac:graphicFrameMk id="4" creationId="{C23B9497-9EC8-4634-A96F-AE0C7E3A00C5}"/>
          </ac:graphicFrameMkLst>
        </pc:graphicFrameChg>
      </pc:sldChg>
      <pc:sldChg chg="addSp delSp modSp new mod">
        <pc:chgData name="Roman Demarco" userId="ec239ea09191a7ad" providerId="LiveId" clId="{EA601DBD-5995-484A-A688-08277575B004}" dt="2026-09-14T17:56:48.336" v="2830" actId="14734"/>
        <pc:sldMkLst>
          <pc:docMk/>
          <pc:sldMk cId="3604309957" sldId="259"/>
        </pc:sldMkLst>
        <pc:spChg chg="mod">
          <ac:chgData name="Roman Demarco" userId="ec239ea09191a7ad" providerId="LiveId" clId="{EA601DBD-5995-484A-A688-08277575B004}" dt="2026-09-13T17:27:26.090" v="1660" actId="255"/>
          <ac:spMkLst>
            <pc:docMk/>
            <pc:sldMk cId="3604309957" sldId="259"/>
            <ac:spMk id="2" creationId="{1E1A11DA-2F1A-451E-8D7A-9C3912F5044D}"/>
          </ac:spMkLst>
        </pc:spChg>
        <pc:spChg chg="del mod">
          <ac:chgData name="Roman Demarco" userId="ec239ea09191a7ad" providerId="LiveId" clId="{EA601DBD-5995-484A-A688-08277575B004}" dt="2026-09-13T17:31:38.909" v="1683" actId="478"/>
          <ac:spMkLst>
            <pc:docMk/>
            <pc:sldMk cId="3604309957" sldId="259"/>
            <ac:spMk id="3" creationId="{8465CD26-1C8F-40BF-8247-213B27B4B6AD}"/>
          </ac:spMkLst>
        </pc:spChg>
        <pc:spChg chg="add mod">
          <ac:chgData name="Roman Demarco" userId="ec239ea09191a7ad" providerId="LiveId" clId="{EA601DBD-5995-484A-A688-08277575B004}" dt="2026-09-13T18:38:01.298" v="2269" actId="108"/>
          <ac:spMkLst>
            <pc:docMk/>
            <pc:sldMk cId="3604309957" sldId="259"/>
            <ac:spMk id="4" creationId="{CF6143F3-9979-4669-92EE-72247B5C07ED}"/>
          </ac:spMkLst>
        </pc:spChg>
        <pc:spChg chg="add mod">
          <ac:chgData name="Roman Demarco" userId="ec239ea09191a7ad" providerId="LiveId" clId="{EA601DBD-5995-484A-A688-08277575B004}" dt="2026-09-13T16:47:04.387" v="1656" actId="20577"/>
          <ac:spMkLst>
            <pc:docMk/>
            <pc:sldMk cId="3604309957" sldId="259"/>
            <ac:spMk id="5" creationId="{800300D5-1688-46B1-A6DE-5FC173077B9A}"/>
          </ac:spMkLst>
        </pc:spChg>
        <pc:graphicFrameChg chg="add del mod modGraphic">
          <ac:chgData name="Roman Demarco" userId="ec239ea09191a7ad" providerId="LiveId" clId="{EA601DBD-5995-484A-A688-08277575B004}" dt="2026-09-12T17:02:14.869" v="688" actId="21"/>
          <ac:graphicFrameMkLst>
            <pc:docMk/>
            <pc:sldMk cId="3604309957" sldId="259"/>
            <ac:graphicFrameMk id="4" creationId="{D15E8C0E-690E-46B8-B78A-18A8FCE6ADA4}"/>
          </ac:graphicFrameMkLst>
        </pc:graphicFrameChg>
        <pc:graphicFrameChg chg="add del mod">
          <ac:chgData name="Roman Demarco" userId="ec239ea09191a7ad" providerId="LiveId" clId="{EA601DBD-5995-484A-A688-08277575B004}" dt="2026-09-12T16:59:24.217" v="649"/>
          <ac:graphicFrameMkLst>
            <pc:docMk/>
            <pc:sldMk cId="3604309957" sldId="259"/>
            <ac:graphicFrameMk id="5" creationId="{5AA4E9B7-014F-4395-8A7C-8BDA1FD8CBF2}"/>
          </ac:graphicFrameMkLst>
        </pc:graphicFrameChg>
        <pc:graphicFrameChg chg="add del mod">
          <ac:chgData name="Roman Demarco" userId="ec239ea09191a7ad" providerId="LiveId" clId="{EA601DBD-5995-484A-A688-08277575B004}" dt="2026-09-12T17:00:35.498" v="655"/>
          <ac:graphicFrameMkLst>
            <pc:docMk/>
            <pc:sldMk cId="3604309957" sldId="259"/>
            <ac:graphicFrameMk id="6" creationId="{3AC0E26E-42DB-4B1A-8589-9217D685FF67}"/>
          </ac:graphicFrameMkLst>
        </pc:graphicFrameChg>
        <pc:graphicFrameChg chg="add del mod">
          <ac:chgData name="Roman Demarco" userId="ec239ea09191a7ad" providerId="LiveId" clId="{EA601DBD-5995-484A-A688-08277575B004}" dt="2026-09-12T17:01:07.141" v="658"/>
          <ac:graphicFrameMkLst>
            <pc:docMk/>
            <pc:sldMk cId="3604309957" sldId="259"/>
            <ac:graphicFrameMk id="7" creationId="{9E0DBAAF-85FC-40D2-8257-BDC099924B95}"/>
          </ac:graphicFrameMkLst>
        </pc:graphicFrameChg>
        <pc:graphicFrameChg chg="add del mod modGraphic">
          <ac:chgData name="Roman Demarco" userId="ec239ea09191a7ad" providerId="LiveId" clId="{EA601DBD-5995-484A-A688-08277575B004}" dt="2026-09-12T17:01:19.513" v="675"/>
          <ac:graphicFrameMkLst>
            <pc:docMk/>
            <pc:sldMk cId="3604309957" sldId="259"/>
            <ac:graphicFrameMk id="8" creationId="{30882A5E-77E4-48A0-B0DE-7A6B4FE2DD98}"/>
          </ac:graphicFrameMkLst>
        </pc:graphicFrameChg>
        <pc:graphicFrameChg chg="add mod modGraphic">
          <ac:chgData name="Roman Demarco" userId="ec239ea09191a7ad" providerId="LiveId" clId="{EA601DBD-5995-484A-A688-08277575B004}" dt="2026-09-14T17:56:48.336" v="2830" actId="14734"/>
          <ac:graphicFrameMkLst>
            <pc:docMk/>
            <pc:sldMk cId="3604309957" sldId="259"/>
            <ac:graphicFrameMk id="9" creationId="{728FED2A-051E-4DD8-9012-0B9F472D072F}"/>
          </ac:graphicFrameMkLst>
        </pc:graphicFrameChg>
      </pc:sldChg>
      <pc:sldChg chg="addSp delSp modSp new mod">
        <pc:chgData name="Roman Demarco" userId="ec239ea09191a7ad" providerId="LiveId" clId="{EA601DBD-5995-484A-A688-08277575B004}" dt="2026-09-14T18:07:58.507" v="2990" actId="1076"/>
        <pc:sldMkLst>
          <pc:docMk/>
          <pc:sldMk cId="540770821" sldId="260"/>
        </pc:sldMkLst>
        <pc:spChg chg="mod">
          <ac:chgData name="Roman Demarco" userId="ec239ea09191a7ad" providerId="LiveId" clId="{EA601DBD-5995-484A-A688-08277575B004}" dt="2026-09-14T17:57:42.194" v="2842" actId="1035"/>
          <ac:spMkLst>
            <pc:docMk/>
            <pc:sldMk cId="540770821" sldId="260"/>
            <ac:spMk id="2" creationId="{FC78210A-B748-443B-9C4D-4FCC9C7E3EF3}"/>
          </ac:spMkLst>
        </pc:spChg>
        <pc:spChg chg="mod">
          <ac:chgData name="Roman Demarco" userId="ec239ea09191a7ad" providerId="LiveId" clId="{EA601DBD-5995-484A-A688-08277575B004}" dt="2026-09-13T18:39:28.772" v="2285" actId="1076"/>
          <ac:spMkLst>
            <pc:docMk/>
            <pc:sldMk cId="540770821" sldId="260"/>
            <ac:spMk id="3" creationId="{EBDE0B4D-C927-4AB3-885E-A8AE5E4840BA}"/>
          </ac:spMkLst>
        </pc:spChg>
        <pc:spChg chg="add mod">
          <ac:chgData name="Roman Demarco" userId="ec239ea09191a7ad" providerId="LiveId" clId="{EA601DBD-5995-484A-A688-08277575B004}" dt="2026-09-14T18:07:58.507" v="2990" actId="1076"/>
          <ac:spMkLst>
            <pc:docMk/>
            <pc:sldMk cId="540770821" sldId="260"/>
            <ac:spMk id="5" creationId="{0153564F-C7A5-4630-85C1-D62A1BC355E0}"/>
          </ac:spMkLst>
        </pc:spChg>
        <pc:spChg chg="add del mod">
          <ac:chgData name="Roman Demarco" userId="ec239ea09191a7ad" providerId="LiveId" clId="{EA601DBD-5995-484A-A688-08277575B004}" dt="2026-09-13T17:45:25.100" v="1839"/>
          <ac:spMkLst>
            <pc:docMk/>
            <pc:sldMk cId="540770821" sldId="260"/>
            <ac:spMk id="5" creationId="{D2A8E1A4-99B4-443E-B2EE-B113850E19F8}"/>
          </ac:spMkLst>
        </pc:spChg>
        <pc:spChg chg="add mod">
          <ac:chgData name="Roman Demarco" userId="ec239ea09191a7ad" providerId="LiveId" clId="{EA601DBD-5995-484A-A688-08277575B004}" dt="2026-09-13T17:45:20.480" v="1837" actId="1076"/>
          <ac:spMkLst>
            <pc:docMk/>
            <pc:sldMk cId="540770821" sldId="260"/>
            <ac:spMk id="6" creationId="{606CD34F-1230-46E3-9483-4A61B5231EF5}"/>
          </ac:spMkLst>
        </pc:spChg>
        <pc:graphicFrameChg chg="add mod modGraphic">
          <ac:chgData name="Roman Demarco" userId="ec239ea09191a7ad" providerId="LiveId" clId="{EA601DBD-5995-484A-A688-08277575B004}" dt="2026-09-14T17:57:37.395" v="2838" actId="14734"/>
          <ac:graphicFrameMkLst>
            <pc:docMk/>
            <pc:sldMk cId="540770821" sldId="260"/>
            <ac:graphicFrameMk id="4" creationId="{AA010CF6-D4A8-4E75-8EF5-9BCB58DC988B}"/>
          </ac:graphicFrameMkLst>
        </pc:graphicFrameChg>
      </pc:sldChg>
      <pc:sldChg chg="addSp delSp modSp new mod">
        <pc:chgData name="Roman Demarco" userId="ec239ea09191a7ad" providerId="LiveId" clId="{EA601DBD-5995-484A-A688-08277575B004}" dt="2026-09-14T18:05:57.364" v="2934" actId="1076"/>
        <pc:sldMkLst>
          <pc:docMk/>
          <pc:sldMk cId="2574705981" sldId="261"/>
        </pc:sldMkLst>
        <pc:spChg chg="del mod">
          <ac:chgData name="Roman Demarco" userId="ec239ea09191a7ad" providerId="LiveId" clId="{EA601DBD-5995-484A-A688-08277575B004}" dt="2026-09-12T17:11:05.226" v="775" actId="478"/>
          <ac:spMkLst>
            <pc:docMk/>
            <pc:sldMk cId="2574705981" sldId="261"/>
            <ac:spMk id="2" creationId="{09ECB85D-C52D-4CD7-89D0-C3A069366EB2}"/>
          </ac:spMkLst>
        </pc:spChg>
        <pc:spChg chg="mod">
          <ac:chgData name="Roman Demarco" userId="ec239ea09191a7ad" providerId="LiveId" clId="{EA601DBD-5995-484A-A688-08277575B004}" dt="2026-09-14T18:05:57.364" v="2934" actId="1076"/>
          <ac:spMkLst>
            <pc:docMk/>
            <pc:sldMk cId="2574705981" sldId="261"/>
            <ac:spMk id="3" creationId="{6FD16F2F-51AB-4645-BD6D-E7184418C7A2}"/>
          </ac:spMkLst>
        </pc:spChg>
        <pc:spChg chg="add del mod">
          <ac:chgData name="Roman Demarco" userId="ec239ea09191a7ad" providerId="LiveId" clId="{EA601DBD-5995-484A-A688-08277575B004}" dt="2026-09-12T17:14:11.302" v="815" actId="478"/>
          <ac:spMkLst>
            <pc:docMk/>
            <pc:sldMk cId="2574705981" sldId="261"/>
            <ac:spMk id="6" creationId="{128BD385-EBBC-4FAE-9751-451C3AFD629C}"/>
          </ac:spMkLst>
        </pc:spChg>
        <pc:spChg chg="add mod">
          <ac:chgData name="Roman Demarco" userId="ec239ea09191a7ad" providerId="LiveId" clId="{EA601DBD-5995-484A-A688-08277575B004}" dt="2026-09-13T17:36:43.455" v="1715" actId="20577"/>
          <ac:spMkLst>
            <pc:docMk/>
            <pc:sldMk cId="2574705981" sldId="261"/>
            <ac:spMk id="6" creationId="{F20394E7-F17F-4E91-A412-422808A9F862}"/>
          </ac:spMkLst>
        </pc:spChg>
        <pc:spChg chg="add mod">
          <ac:chgData name="Roman Demarco" userId="ec239ea09191a7ad" providerId="LiveId" clId="{EA601DBD-5995-484A-A688-08277575B004}" dt="2026-09-13T17:49:08.615" v="1847" actId="113"/>
          <ac:spMkLst>
            <pc:docMk/>
            <pc:sldMk cId="2574705981" sldId="261"/>
            <ac:spMk id="7" creationId="{C1615E8C-ECED-44AD-9959-EAF164C1155F}"/>
          </ac:spMkLst>
        </pc:spChg>
        <pc:picChg chg="add del mod modCrop">
          <ac:chgData name="Roman Demarco" userId="ec239ea09191a7ad" providerId="LiveId" clId="{EA601DBD-5995-484A-A688-08277575B004}" dt="2026-09-13T17:59:26.337" v="1906" actId="478"/>
          <ac:picMkLst>
            <pc:docMk/>
            <pc:sldMk cId="2574705981" sldId="261"/>
            <ac:picMk id="4" creationId="{5670451A-9ED6-40D3-9B88-D963D1F5E50B}"/>
          </ac:picMkLst>
        </pc:picChg>
        <pc:picChg chg="add del mod modCrop">
          <ac:chgData name="Roman Demarco" userId="ec239ea09191a7ad" providerId="LiveId" clId="{EA601DBD-5995-484A-A688-08277575B004}" dt="2026-09-13T17:56:30.278" v="1890" actId="478"/>
          <ac:picMkLst>
            <pc:docMk/>
            <pc:sldMk cId="2574705981" sldId="261"/>
            <ac:picMk id="5" creationId="{A337744B-7B4D-46EC-B9C3-1F95AFA0C6D1}"/>
          </ac:picMkLst>
        </pc:picChg>
        <pc:picChg chg="add mod modCrop">
          <ac:chgData name="Roman Demarco" userId="ec239ea09191a7ad" providerId="LiveId" clId="{EA601DBD-5995-484A-A688-08277575B004}" dt="2026-09-13T18:38:52.788" v="2280" actId="14100"/>
          <ac:picMkLst>
            <pc:docMk/>
            <pc:sldMk cId="2574705981" sldId="261"/>
            <ac:picMk id="9" creationId="{1A9E53BA-8D55-417B-AD94-600269936B99}"/>
          </ac:picMkLst>
        </pc:picChg>
      </pc:sldChg>
      <pc:sldChg chg="addSp delSp modSp new mod">
        <pc:chgData name="Roman Demarco" userId="ec239ea09191a7ad" providerId="LiveId" clId="{EA601DBD-5995-484A-A688-08277575B004}" dt="2026-09-14T17:51:26.283" v="2646" actId="108"/>
        <pc:sldMkLst>
          <pc:docMk/>
          <pc:sldMk cId="563903756" sldId="262"/>
        </pc:sldMkLst>
        <pc:spChg chg="mod">
          <ac:chgData name="Roman Demarco" userId="ec239ea09191a7ad" providerId="LiveId" clId="{EA601DBD-5995-484A-A688-08277575B004}" dt="2026-09-13T17:51:19.870" v="1849" actId="27636"/>
          <ac:spMkLst>
            <pc:docMk/>
            <pc:sldMk cId="563903756" sldId="262"/>
            <ac:spMk id="2" creationId="{4DDCA177-EA03-425E-84D0-DF3D995D7A25}"/>
          </ac:spMkLst>
        </pc:spChg>
        <pc:spChg chg="mod">
          <ac:chgData name="Roman Demarco" userId="ec239ea09191a7ad" providerId="LiveId" clId="{EA601DBD-5995-484A-A688-08277575B004}" dt="2026-09-14T17:51:26.283" v="2646" actId="108"/>
          <ac:spMkLst>
            <pc:docMk/>
            <pc:sldMk cId="563903756" sldId="262"/>
            <ac:spMk id="3" creationId="{9A9728AF-D749-4A4A-894F-7483E854F2B5}"/>
          </ac:spMkLst>
        </pc:spChg>
        <pc:spChg chg="add mod">
          <ac:chgData name="Roman Demarco" userId="ec239ea09191a7ad" providerId="LiveId" clId="{EA601DBD-5995-484A-A688-08277575B004}" dt="2026-09-13T18:02:58.985" v="1926" actId="1076"/>
          <ac:spMkLst>
            <pc:docMk/>
            <pc:sldMk cId="563903756" sldId="262"/>
            <ac:spMk id="6" creationId="{0F638FFB-65FD-4C36-A8A0-E7B61C9D8B30}"/>
          </ac:spMkLst>
        </pc:spChg>
        <pc:spChg chg="add mod">
          <ac:chgData name="Roman Demarco" userId="ec239ea09191a7ad" providerId="LiveId" clId="{EA601DBD-5995-484A-A688-08277575B004}" dt="2026-09-13T18:07:02.525" v="1987" actId="20577"/>
          <ac:spMkLst>
            <pc:docMk/>
            <pc:sldMk cId="563903756" sldId="262"/>
            <ac:spMk id="8" creationId="{2072CF02-94F6-4836-9959-0499E8FD56EF}"/>
          </ac:spMkLst>
        </pc:spChg>
        <pc:picChg chg="add del mod modCrop">
          <ac:chgData name="Roman Demarco" userId="ec239ea09191a7ad" providerId="LiveId" clId="{EA601DBD-5995-484A-A688-08277575B004}" dt="2026-09-13T18:01:52.827" v="1921" actId="478"/>
          <ac:picMkLst>
            <pc:docMk/>
            <pc:sldMk cId="563903756" sldId="262"/>
            <ac:picMk id="5" creationId="{3AB316D5-FF59-4AC7-AC88-A0E435CCF532}"/>
          </ac:picMkLst>
        </pc:picChg>
        <pc:picChg chg="add mod modCrop">
          <ac:chgData name="Roman Demarco" userId="ec239ea09191a7ad" providerId="LiveId" clId="{EA601DBD-5995-484A-A688-08277575B004}" dt="2026-09-13T18:40:11.720" v="2292" actId="1076"/>
          <ac:picMkLst>
            <pc:docMk/>
            <pc:sldMk cId="563903756" sldId="262"/>
            <ac:picMk id="7" creationId="{D01DB275-D2F8-4F90-AC4B-77F60A88EE3D}"/>
          </ac:picMkLst>
        </pc:picChg>
      </pc:sldChg>
      <pc:sldChg chg="addSp delSp modSp new mod">
        <pc:chgData name="Roman Demarco" userId="ec239ea09191a7ad" providerId="LiveId" clId="{EA601DBD-5995-484A-A688-08277575B004}" dt="2026-09-13T19:03:45.972" v="2537" actId="14100"/>
        <pc:sldMkLst>
          <pc:docMk/>
          <pc:sldMk cId="1627672023" sldId="263"/>
        </pc:sldMkLst>
        <pc:spChg chg="del mod">
          <ac:chgData name="Roman Demarco" userId="ec239ea09191a7ad" providerId="LiveId" clId="{EA601DBD-5995-484A-A688-08277575B004}" dt="2026-09-13T18:07:36.297" v="1990" actId="478"/>
          <ac:spMkLst>
            <pc:docMk/>
            <pc:sldMk cId="1627672023" sldId="263"/>
            <ac:spMk id="2" creationId="{481F3F89-EE1B-44D9-A00D-2DA1C9291C38}"/>
          </ac:spMkLst>
        </pc:spChg>
        <pc:spChg chg="del mod">
          <ac:chgData name="Roman Demarco" userId="ec239ea09191a7ad" providerId="LiveId" clId="{EA601DBD-5995-484A-A688-08277575B004}" dt="2026-09-12T17:37:28.953" v="1200" actId="478"/>
          <ac:spMkLst>
            <pc:docMk/>
            <pc:sldMk cId="1627672023" sldId="263"/>
            <ac:spMk id="3" creationId="{71119F0F-66F2-42E6-8D55-398049B75E46}"/>
          </ac:spMkLst>
        </pc:spChg>
        <pc:spChg chg="add del mod">
          <ac:chgData name="Roman Demarco" userId="ec239ea09191a7ad" providerId="LiveId" clId="{EA601DBD-5995-484A-A688-08277575B004}" dt="2026-09-13T18:07:40.818" v="1991" actId="478"/>
          <ac:spMkLst>
            <pc:docMk/>
            <pc:sldMk cId="1627672023" sldId="263"/>
            <ac:spMk id="4" creationId="{4B92B15D-E47F-4A86-810C-F0FEA7E31DC1}"/>
          </ac:spMkLst>
        </pc:spChg>
        <pc:spChg chg="add mod">
          <ac:chgData name="Roman Demarco" userId="ec239ea09191a7ad" providerId="LiveId" clId="{EA601DBD-5995-484A-A688-08277575B004}" dt="2026-09-13T19:03:45.972" v="2537" actId="14100"/>
          <ac:spMkLst>
            <pc:docMk/>
            <pc:sldMk cId="1627672023" sldId="263"/>
            <ac:spMk id="7" creationId="{B116D571-9C4C-4637-88CF-E21A5B2C8533}"/>
          </ac:spMkLst>
        </pc:spChg>
        <pc:spChg chg="add mod">
          <ac:chgData name="Roman Demarco" userId="ec239ea09191a7ad" providerId="LiveId" clId="{EA601DBD-5995-484A-A688-08277575B004}" dt="2026-09-13T18:08:10.795" v="2010" actId="20577"/>
          <ac:spMkLst>
            <pc:docMk/>
            <pc:sldMk cId="1627672023" sldId="263"/>
            <ac:spMk id="8" creationId="{3CD662DB-C246-4255-97D2-13EF7DC91AB1}"/>
          </ac:spMkLst>
        </pc:spChg>
        <pc:spChg chg="add mod">
          <ac:chgData name="Roman Demarco" userId="ec239ea09191a7ad" providerId="LiveId" clId="{EA601DBD-5995-484A-A688-08277575B004}" dt="2026-09-13T18:08:49.340" v="2013" actId="20577"/>
          <ac:spMkLst>
            <pc:docMk/>
            <pc:sldMk cId="1627672023" sldId="263"/>
            <ac:spMk id="9" creationId="{B51A30B3-D681-407B-A33C-BC0A6176786A}"/>
          </ac:spMkLst>
        </pc:spChg>
        <pc:spChg chg="add del mod">
          <ac:chgData name="Roman Demarco" userId="ec239ea09191a7ad" providerId="LiveId" clId="{EA601DBD-5995-484A-A688-08277575B004}" dt="2026-09-13T18:08:51.847" v="2015" actId="478"/>
          <ac:spMkLst>
            <pc:docMk/>
            <pc:sldMk cId="1627672023" sldId="263"/>
            <ac:spMk id="10" creationId="{52B1581F-4680-4E8B-8749-5DBDF9EE28DB}"/>
          </ac:spMkLst>
        </pc:spChg>
        <pc:spChg chg="add mod">
          <ac:chgData name="Roman Demarco" userId="ec239ea09191a7ad" providerId="LiveId" clId="{EA601DBD-5995-484A-A688-08277575B004}" dt="2026-09-13T18:09:25.438" v="2020" actId="1076"/>
          <ac:spMkLst>
            <pc:docMk/>
            <pc:sldMk cId="1627672023" sldId="263"/>
            <ac:spMk id="11" creationId="{C399BF67-62A1-472B-AF1D-87AB51119578}"/>
          </ac:spMkLst>
        </pc:spChg>
        <pc:picChg chg="add del mod modCrop">
          <ac:chgData name="Roman Demarco" userId="ec239ea09191a7ad" providerId="LiveId" clId="{EA601DBD-5995-484A-A688-08277575B004}" dt="2026-09-13T18:08:38.605" v="2011" actId="478"/>
          <ac:picMkLst>
            <pc:docMk/>
            <pc:sldMk cId="1627672023" sldId="263"/>
            <ac:picMk id="5" creationId="{4E323EEA-3A3C-46E4-B5C8-4AB6CBB6F9DE}"/>
          </ac:picMkLst>
        </pc:picChg>
        <pc:picChg chg="add mod modCrop">
          <ac:chgData name="Roman Demarco" userId="ec239ea09191a7ad" providerId="LiveId" clId="{EA601DBD-5995-484A-A688-08277575B004}" dt="2026-09-13T18:40:46.949" v="2297" actId="1076"/>
          <ac:picMkLst>
            <pc:docMk/>
            <pc:sldMk cId="1627672023" sldId="263"/>
            <ac:picMk id="12" creationId="{64C894CD-3090-47EF-B523-7F242231966F}"/>
          </ac:picMkLst>
        </pc:picChg>
      </pc:sldChg>
      <pc:sldChg chg="addSp delSp modSp new mod">
        <pc:chgData name="Roman Demarco" userId="ec239ea09191a7ad" providerId="LiveId" clId="{EA601DBD-5995-484A-A688-08277575B004}" dt="2026-09-13T19:03:32.919" v="2535" actId="1076"/>
        <pc:sldMkLst>
          <pc:docMk/>
          <pc:sldMk cId="175116779" sldId="264"/>
        </pc:sldMkLst>
        <pc:spChg chg="del mod">
          <ac:chgData name="Roman Demarco" userId="ec239ea09191a7ad" providerId="LiveId" clId="{EA601DBD-5995-484A-A688-08277575B004}" dt="2026-09-13T18:15:57.165" v="2054" actId="478"/>
          <ac:spMkLst>
            <pc:docMk/>
            <pc:sldMk cId="175116779" sldId="264"/>
            <ac:spMk id="2" creationId="{99AC9C21-2DAB-40C1-9C20-59300596597A}"/>
          </ac:spMkLst>
        </pc:spChg>
        <pc:spChg chg="mod">
          <ac:chgData name="Roman Demarco" userId="ec239ea09191a7ad" providerId="LiveId" clId="{EA601DBD-5995-484A-A688-08277575B004}" dt="2026-09-13T19:03:32.919" v="2535" actId="1076"/>
          <ac:spMkLst>
            <pc:docMk/>
            <pc:sldMk cId="175116779" sldId="264"/>
            <ac:spMk id="3" creationId="{2EB96AAF-A738-47EF-8ED8-C62E475132A5}"/>
          </ac:spMkLst>
        </pc:spChg>
        <pc:spChg chg="add mod">
          <ac:chgData name="Roman Demarco" userId="ec239ea09191a7ad" providerId="LiveId" clId="{EA601DBD-5995-484A-A688-08277575B004}" dt="2026-09-13T18:16:38.378" v="2075" actId="20577"/>
          <ac:spMkLst>
            <pc:docMk/>
            <pc:sldMk cId="175116779" sldId="264"/>
            <ac:spMk id="6" creationId="{C7C253A0-DAF0-418A-8143-7B12B8BB3E1D}"/>
          </ac:spMkLst>
        </pc:spChg>
        <pc:spChg chg="add mod">
          <ac:chgData name="Roman Demarco" userId="ec239ea09191a7ad" providerId="LiveId" clId="{EA601DBD-5995-484A-A688-08277575B004}" dt="2026-09-13T18:20:32.511" v="2129" actId="1076"/>
          <ac:spMkLst>
            <pc:docMk/>
            <pc:sldMk cId="175116779" sldId="264"/>
            <ac:spMk id="7" creationId="{C69FA985-4B77-4D6F-AD27-CC759848B327}"/>
          </ac:spMkLst>
        </pc:spChg>
        <pc:picChg chg="add del mod modCrop">
          <ac:chgData name="Roman Demarco" userId="ec239ea09191a7ad" providerId="LiveId" clId="{EA601DBD-5995-484A-A688-08277575B004}" dt="2026-09-13T18:18:14.644" v="2076" actId="478"/>
          <ac:picMkLst>
            <pc:docMk/>
            <pc:sldMk cId="175116779" sldId="264"/>
            <ac:picMk id="5" creationId="{DB9C5F90-E3CB-4D51-840D-4BF6C469B2F0}"/>
          </ac:picMkLst>
        </pc:picChg>
        <pc:picChg chg="add mod modCrop">
          <ac:chgData name="Roman Demarco" userId="ec239ea09191a7ad" providerId="LiveId" clId="{EA601DBD-5995-484A-A688-08277575B004}" dt="2026-09-13T18:40:57.743" v="2298" actId="1076"/>
          <ac:picMkLst>
            <pc:docMk/>
            <pc:sldMk cId="175116779" sldId="264"/>
            <ac:picMk id="8" creationId="{94E38622-6490-408E-A18A-68AD89DD73A3}"/>
          </ac:picMkLst>
        </pc:picChg>
      </pc:sldChg>
      <pc:sldChg chg="addSp delSp modSp new mod">
        <pc:chgData name="Roman Demarco" userId="ec239ea09191a7ad" providerId="LiveId" clId="{EA601DBD-5995-484A-A688-08277575B004}" dt="2026-09-16T14:54:24.290" v="3304" actId="20577"/>
        <pc:sldMkLst>
          <pc:docMk/>
          <pc:sldMk cId="635272568" sldId="265"/>
        </pc:sldMkLst>
        <pc:spChg chg="del mod">
          <ac:chgData name="Roman Demarco" userId="ec239ea09191a7ad" providerId="LiveId" clId="{EA601DBD-5995-484A-A688-08277575B004}" dt="2026-09-13T18:26:38.187" v="2190" actId="478"/>
          <ac:spMkLst>
            <pc:docMk/>
            <pc:sldMk cId="635272568" sldId="265"/>
            <ac:spMk id="2" creationId="{EA679B47-2309-4EA7-BF36-8B256AE9BE59}"/>
          </ac:spMkLst>
        </pc:spChg>
        <pc:spChg chg="mod">
          <ac:chgData name="Roman Demarco" userId="ec239ea09191a7ad" providerId="LiveId" clId="{EA601DBD-5995-484A-A688-08277575B004}" dt="2026-09-16T14:54:24.290" v="3304" actId="20577"/>
          <ac:spMkLst>
            <pc:docMk/>
            <pc:sldMk cId="635272568" sldId="265"/>
            <ac:spMk id="3" creationId="{A3E9EBFC-1BF4-4568-95BA-32CF5086B5A7}"/>
          </ac:spMkLst>
        </pc:spChg>
        <pc:spChg chg="add del mod">
          <ac:chgData name="Roman Demarco" userId="ec239ea09191a7ad" providerId="LiveId" clId="{EA601DBD-5995-484A-A688-08277575B004}" dt="2026-09-13T18:26:48.414" v="2192" actId="478"/>
          <ac:spMkLst>
            <pc:docMk/>
            <pc:sldMk cId="635272568" sldId="265"/>
            <ac:spMk id="6" creationId="{C49CABD9-3864-4884-98A2-6DAA50B41FE5}"/>
          </ac:spMkLst>
        </pc:spChg>
        <pc:spChg chg="add mod">
          <ac:chgData name="Roman Demarco" userId="ec239ea09191a7ad" providerId="LiveId" clId="{EA601DBD-5995-484A-A688-08277575B004}" dt="2026-09-13T18:27:25.631" v="2213" actId="20577"/>
          <ac:spMkLst>
            <pc:docMk/>
            <pc:sldMk cId="635272568" sldId="265"/>
            <ac:spMk id="7" creationId="{A3B59EE6-8699-457C-9271-E77290793AC3}"/>
          </ac:spMkLst>
        </pc:spChg>
        <pc:spChg chg="add mod">
          <ac:chgData name="Roman Demarco" userId="ec239ea09191a7ad" providerId="LiveId" clId="{EA601DBD-5995-484A-A688-08277575B004}" dt="2026-09-13T18:28:08.390" v="2219" actId="255"/>
          <ac:spMkLst>
            <pc:docMk/>
            <pc:sldMk cId="635272568" sldId="265"/>
            <ac:spMk id="8" creationId="{BEFF33C4-6948-414F-B042-B895936D1484}"/>
          </ac:spMkLst>
        </pc:spChg>
        <pc:picChg chg="add del mod modCrop">
          <ac:chgData name="Roman Demarco" userId="ec239ea09191a7ad" providerId="LiveId" clId="{EA601DBD-5995-484A-A688-08277575B004}" dt="2026-09-13T18:26:46.759" v="2191" actId="478"/>
          <ac:picMkLst>
            <pc:docMk/>
            <pc:sldMk cId="635272568" sldId="265"/>
            <ac:picMk id="5" creationId="{ACA98032-EA71-40A0-88BC-0D519A7F4AF2}"/>
          </ac:picMkLst>
        </pc:picChg>
        <pc:picChg chg="add mod modCrop">
          <ac:chgData name="Roman Demarco" userId="ec239ea09191a7ad" providerId="LiveId" clId="{EA601DBD-5995-484A-A688-08277575B004}" dt="2026-09-13T18:34:53.078" v="2243" actId="1076"/>
          <ac:picMkLst>
            <pc:docMk/>
            <pc:sldMk cId="635272568" sldId="265"/>
            <ac:picMk id="10" creationId="{327360C5-A83A-4BA8-9EE5-C4E59FDC1724}"/>
          </ac:picMkLst>
        </pc:picChg>
      </pc:sldChg>
      <pc:sldChg chg="addSp delSp modSp new del mod">
        <pc:chgData name="Roman Demarco" userId="ec239ea09191a7ad" providerId="LiveId" clId="{EA601DBD-5995-484A-A688-08277575B004}" dt="2026-09-13T18:49:36.260" v="2353" actId="2696"/>
        <pc:sldMkLst>
          <pc:docMk/>
          <pc:sldMk cId="2987309785" sldId="266"/>
        </pc:sldMkLst>
        <pc:spChg chg="mod">
          <ac:chgData name="Roman Demarco" userId="ec239ea09191a7ad" providerId="LiveId" clId="{EA601DBD-5995-484A-A688-08277575B004}" dt="2026-09-13T16:28:07.154" v="1537" actId="27636"/>
          <ac:spMkLst>
            <pc:docMk/>
            <pc:sldMk cId="2987309785" sldId="266"/>
            <ac:spMk id="2" creationId="{77E721F7-E848-4B16-A18E-215FF1AC641B}"/>
          </ac:spMkLst>
        </pc:spChg>
        <pc:spChg chg="mod">
          <ac:chgData name="Roman Demarco" userId="ec239ea09191a7ad" providerId="LiveId" clId="{EA601DBD-5995-484A-A688-08277575B004}" dt="2026-09-13T16:28:07.160" v="1538" actId="27636"/>
          <ac:spMkLst>
            <pc:docMk/>
            <pc:sldMk cId="2987309785" sldId="266"/>
            <ac:spMk id="3" creationId="{7CF2B360-CFAD-485F-8361-551A17128702}"/>
          </ac:spMkLst>
        </pc:spChg>
        <pc:spChg chg="mod">
          <ac:chgData name="Roman Demarco" userId="ec239ea09191a7ad" providerId="LiveId" clId="{EA601DBD-5995-484A-A688-08277575B004}" dt="2026-09-13T16:28:07.084" v="1535"/>
          <ac:spMkLst>
            <pc:docMk/>
            <pc:sldMk cId="2987309785" sldId="266"/>
            <ac:spMk id="4" creationId="{EEDA5ED1-0059-467E-BE7F-EC712DDE51C5}"/>
          </ac:spMkLst>
        </pc:spChg>
        <pc:graphicFrameChg chg="add del mod modGraphic">
          <ac:chgData name="Roman Demarco" userId="ec239ea09191a7ad" providerId="LiveId" clId="{EA601DBD-5995-484A-A688-08277575B004}" dt="2026-09-13T18:47:00.173" v="2346" actId="21"/>
          <ac:graphicFrameMkLst>
            <pc:docMk/>
            <pc:sldMk cId="2987309785" sldId="266"/>
            <ac:graphicFrameMk id="5" creationId="{BBE37101-54A9-4558-8E8A-0F591BA5CD34}"/>
          </ac:graphicFrameMkLst>
        </pc:graphicFrameChg>
      </pc:sldChg>
      <pc:sldChg chg="modSp new del mod">
        <pc:chgData name="Roman Demarco" userId="ec239ea09191a7ad" providerId="LiveId" clId="{EA601DBD-5995-484A-A688-08277575B004}" dt="2026-09-13T18:54:30.954" v="2431" actId="47"/>
        <pc:sldMkLst>
          <pc:docMk/>
          <pc:sldMk cId="490053687" sldId="267"/>
        </pc:sldMkLst>
        <pc:spChg chg="mod">
          <ac:chgData name="Roman Demarco" userId="ec239ea09191a7ad" providerId="LiveId" clId="{EA601DBD-5995-484A-A688-08277575B004}" dt="2026-09-13T16:28:07.084" v="1535"/>
          <ac:spMkLst>
            <pc:docMk/>
            <pc:sldMk cId="490053687" sldId="267"/>
            <ac:spMk id="2" creationId="{FEFD4CF8-6C8B-4F6F-BA30-694BA33A82A7}"/>
          </ac:spMkLst>
        </pc:spChg>
        <pc:spChg chg="mod">
          <ac:chgData name="Roman Demarco" userId="ec239ea09191a7ad" providerId="LiveId" clId="{EA601DBD-5995-484A-A688-08277575B004}" dt="2026-09-13T16:27:09.941" v="1528" actId="27636"/>
          <ac:spMkLst>
            <pc:docMk/>
            <pc:sldMk cId="490053687" sldId="267"/>
            <ac:spMk id="3" creationId="{503842B4-8622-4099-A58B-389D554FFDD0}"/>
          </ac:spMkLst>
        </pc:spChg>
        <pc:spChg chg="mod">
          <ac:chgData name="Roman Demarco" userId="ec239ea09191a7ad" providerId="LiveId" clId="{EA601DBD-5995-484A-A688-08277575B004}" dt="2026-09-13T16:28:07.084" v="1535"/>
          <ac:spMkLst>
            <pc:docMk/>
            <pc:sldMk cId="490053687" sldId="267"/>
            <ac:spMk id="4" creationId="{CDD7C1C1-6481-4E78-9BBE-98F2EF25BEAE}"/>
          </ac:spMkLst>
        </pc:spChg>
      </pc:sldChg>
      <pc:sldChg chg="addSp delSp modSp add mod">
        <pc:chgData name="Roman Demarco" userId="ec239ea09191a7ad" providerId="LiveId" clId="{EA601DBD-5995-484A-A688-08277575B004}" dt="2026-09-14T18:10:20.735" v="3149" actId="20577"/>
        <pc:sldMkLst>
          <pc:docMk/>
          <pc:sldMk cId="438484318" sldId="268"/>
        </pc:sldMkLst>
        <pc:spChg chg="mod">
          <ac:chgData name="Roman Demarco" userId="ec239ea09191a7ad" providerId="LiveId" clId="{EA601DBD-5995-484A-A688-08277575B004}" dt="2026-09-14T18:10:20.735" v="3149" actId="20577"/>
          <ac:spMkLst>
            <pc:docMk/>
            <pc:sldMk cId="438484318" sldId="268"/>
            <ac:spMk id="3" creationId="{2EB96AAF-A738-47EF-8ED8-C62E475132A5}"/>
          </ac:spMkLst>
        </pc:spChg>
        <pc:spChg chg="add del mod">
          <ac:chgData name="Roman Demarco" userId="ec239ea09191a7ad" providerId="LiveId" clId="{EA601DBD-5995-484A-A688-08277575B004}" dt="2026-09-13T18:45:40.636" v="2332" actId="478"/>
          <ac:spMkLst>
            <pc:docMk/>
            <pc:sldMk cId="438484318" sldId="268"/>
            <ac:spMk id="4" creationId="{2C12C390-06F9-4A7C-9AC6-AB7CBC29A8EE}"/>
          </ac:spMkLst>
        </pc:spChg>
        <pc:spChg chg="mod">
          <ac:chgData name="Roman Demarco" userId="ec239ea09191a7ad" providerId="LiveId" clId="{EA601DBD-5995-484A-A688-08277575B004}" dt="2026-09-13T18:45:21.016" v="2326" actId="20577"/>
          <ac:spMkLst>
            <pc:docMk/>
            <pc:sldMk cId="438484318" sldId="268"/>
            <ac:spMk id="6" creationId="{C7C253A0-DAF0-418A-8143-7B12B8BB3E1D}"/>
          </ac:spMkLst>
        </pc:spChg>
        <pc:spChg chg="del">
          <ac:chgData name="Roman Demarco" userId="ec239ea09191a7ad" providerId="LiveId" clId="{EA601DBD-5995-484A-A688-08277575B004}" dt="2026-09-13T18:45:35.626" v="2331" actId="478"/>
          <ac:spMkLst>
            <pc:docMk/>
            <pc:sldMk cId="438484318" sldId="268"/>
            <ac:spMk id="7" creationId="{C69FA985-4B77-4D6F-AD27-CC759848B327}"/>
          </ac:spMkLst>
        </pc:spChg>
        <pc:graphicFrameChg chg="add mod modGraphic">
          <ac:chgData name="Roman Demarco" userId="ec239ea09191a7ad" providerId="LiveId" clId="{EA601DBD-5995-484A-A688-08277575B004}" dt="2026-09-14T17:57:53.838" v="2843" actId="2711"/>
          <ac:graphicFrameMkLst>
            <pc:docMk/>
            <pc:sldMk cId="438484318" sldId="268"/>
            <ac:graphicFrameMk id="9" creationId="{FFC6AB06-4E2E-4791-BC0D-A8688654E79C}"/>
          </ac:graphicFrameMkLst>
        </pc:graphicFrameChg>
        <pc:picChg chg="del">
          <ac:chgData name="Roman Demarco" userId="ec239ea09191a7ad" providerId="LiveId" clId="{EA601DBD-5995-484A-A688-08277575B004}" dt="2026-09-13T18:45:28.102" v="2327" actId="478"/>
          <ac:picMkLst>
            <pc:docMk/>
            <pc:sldMk cId="438484318" sldId="268"/>
            <ac:picMk id="8" creationId="{94E38622-6490-408E-A18A-68AD89DD73A3}"/>
          </ac:picMkLst>
        </pc:picChg>
      </pc:sldChg>
      <pc:sldChg chg="new del">
        <pc:chgData name="Roman Demarco" userId="ec239ea09191a7ad" providerId="LiveId" clId="{EA601DBD-5995-484A-A688-08277575B004}" dt="2026-09-13T18:24:20.010" v="2185" actId="2696"/>
        <pc:sldMkLst>
          <pc:docMk/>
          <pc:sldMk cId="2825881359" sldId="268"/>
        </pc:sldMkLst>
      </pc:sldChg>
      <pc:sldChg chg="delSp modSp add mod">
        <pc:chgData name="Roman Demarco" userId="ec239ea09191a7ad" providerId="LiveId" clId="{EA601DBD-5995-484A-A688-08277575B004}" dt="2026-09-16T14:54:41.248" v="3306" actId="14100"/>
        <pc:sldMkLst>
          <pc:docMk/>
          <pc:sldMk cId="2963034868" sldId="269"/>
        </pc:sldMkLst>
        <pc:spChg chg="mod">
          <ac:chgData name="Roman Demarco" userId="ec239ea09191a7ad" providerId="LiveId" clId="{EA601DBD-5995-484A-A688-08277575B004}" dt="2026-09-16T14:54:41.248" v="3306" actId="14100"/>
          <ac:spMkLst>
            <pc:docMk/>
            <pc:sldMk cId="2963034868" sldId="269"/>
            <ac:spMk id="3" creationId="{2EB96AAF-A738-47EF-8ED8-C62E475132A5}"/>
          </ac:spMkLst>
        </pc:spChg>
        <pc:spChg chg="mod">
          <ac:chgData name="Roman Demarco" userId="ec239ea09191a7ad" providerId="LiveId" clId="{EA601DBD-5995-484A-A688-08277575B004}" dt="2026-09-13T18:49:59.376" v="2367" actId="20577"/>
          <ac:spMkLst>
            <pc:docMk/>
            <pc:sldMk cId="2963034868" sldId="269"/>
            <ac:spMk id="6" creationId="{C7C253A0-DAF0-418A-8143-7B12B8BB3E1D}"/>
          </ac:spMkLst>
        </pc:spChg>
        <pc:graphicFrameChg chg="del">
          <ac:chgData name="Roman Demarco" userId="ec239ea09191a7ad" providerId="LiveId" clId="{EA601DBD-5995-484A-A688-08277575B004}" dt="2026-09-13T18:49:51.255" v="2355" actId="478"/>
          <ac:graphicFrameMkLst>
            <pc:docMk/>
            <pc:sldMk cId="2963034868" sldId="269"/>
            <ac:graphicFrameMk id="9" creationId="{FFC6AB06-4E2E-4791-BC0D-A8688654E79C}"/>
          </ac:graphicFrameMkLst>
        </pc:graphicFrameChg>
      </pc:sldChg>
      <pc:sldChg chg="addSp modSp add mod">
        <pc:chgData name="Roman Demarco" userId="ec239ea09191a7ad" providerId="LiveId" clId="{EA601DBD-5995-484A-A688-08277575B004}" dt="2026-09-13T19:04:32.314" v="2540" actId="1076"/>
        <pc:sldMkLst>
          <pc:docMk/>
          <pc:sldMk cId="2677875389" sldId="270"/>
        </pc:sldMkLst>
        <pc:spChg chg="add mod">
          <ac:chgData name="Roman Demarco" userId="ec239ea09191a7ad" providerId="LiveId" clId="{EA601DBD-5995-484A-A688-08277575B004}" dt="2026-09-13T19:04:32.314" v="2540" actId="1076"/>
          <ac:spMkLst>
            <pc:docMk/>
            <pc:sldMk cId="2677875389" sldId="270"/>
            <ac:spMk id="2" creationId="{F66B157D-C4C5-4D84-BE1A-487A02934F5E}"/>
          </ac:spMkLst>
        </pc:spChg>
        <pc:spChg chg="mod">
          <ac:chgData name="Roman Demarco" userId="ec239ea09191a7ad" providerId="LiveId" clId="{EA601DBD-5995-484A-A688-08277575B004}" dt="2026-09-13T18:56:26.836" v="2465" actId="1076"/>
          <ac:spMkLst>
            <pc:docMk/>
            <pc:sldMk cId="2677875389" sldId="270"/>
            <ac:spMk id="3" creationId="{2EB96AAF-A738-47EF-8ED8-C62E475132A5}"/>
          </ac:spMkLst>
        </pc:spChg>
        <pc:spChg chg="add mod">
          <ac:chgData name="Roman Demarco" userId="ec239ea09191a7ad" providerId="LiveId" clId="{EA601DBD-5995-484A-A688-08277575B004}" dt="2026-09-13T18:56:57.154" v="2482" actId="1076"/>
          <ac:spMkLst>
            <pc:docMk/>
            <pc:sldMk cId="2677875389" sldId="270"/>
            <ac:spMk id="4" creationId="{528BDED5-4F88-475A-86CB-0A9E432777DA}"/>
          </ac:spMkLst>
        </pc:spChg>
        <pc:spChg chg="mod">
          <ac:chgData name="Roman Demarco" userId="ec239ea09191a7ad" providerId="LiveId" clId="{EA601DBD-5995-484A-A688-08277575B004}" dt="2026-09-13T18:55:55.648" v="2450" actId="20577"/>
          <ac:spMkLst>
            <pc:docMk/>
            <pc:sldMk cId="2677875389" sldId="270"/>
            <ac:spMk id="6" creationId="{C7C253A0-DAF0-418A-8143-7B12B8BB3E1D}"/>
          </ac:spMkLst>
        </pc:spChg>
      </pc:sldChg>
      <pc:sldChg chg="addSp modSp add mod ord">
        <pc:chgData name="Roman Demarco" userId="ec239ea09191a7ad" providerId="LiveId" clId="{EA601DBD-5995-484A-A688-08277575B004}" dt="2026-09-14T18:32:00.738" v="3302" actId="108"/>
        <pc:sldMkLst>
          <pc:docMk/>
          <pc:sldMk cId="2690453039" sldId="271"/>
        </pc:sldMkLst>
        <pc:spChg chg="mod">
          <ac:chgData name="Roman Demarco" userId="ec239ea09191a7ad" providerId="LiveId" clId="{EA601DBD-5995-484A-A688-08277575B004}" dt="2026-09-14T17:52:48.809" v="2667" actId="1076"/>
          <ac:spMkLst>
            <pc:docMk/>
            <pc:sldMk cId="2690453039" sldId="271"/>
            <ac:spMk id="2" creationId="{0C9F8141-CC9B-444C-A30D-C62F0C83E025}"/>
          </ac:spMkLst>
        </pc:spChg>
        <pc:spChg chg="mod">
          <ac:chgData name="Roman Demarco" userId="ec239ea09191a7ad" providerId="LiveId" clId="{EA601DBD-5995-484A-A688-08277575B004}" dt="2026-09-14T17:50:29.803" v="2574" actId="20577"/>
          <ac:spMkLst>
            <pc:docMk/>
            <pc:sldMk cId="2690453039" sldId="271"/>
            <ac:spMk id="3" creationId="{59F45755-46ED-4D08-A666-462A064F9CB2}"/>
          </ac:spMkLst>
        </pc:spChg>
        <pc:spChg chg="mod">
          <ac:chgData name="Roman Demarco" userId="ec239ea09191a7ad" providerId="LiveId" clId="{EA601DBD-5995-484A-A688-08277575B004}" dt="2026-09-14T18:32:00.738" v="3302" actId="108"/>
          <ac:spMkLst>
            <pc:docMk/>
            <pc:sldMk cId="2690453039" sldId="271"/>
            <ac:spMk id="6" creationId="{A0F09C73-D4E3-4E22-87C1-953B3ECAE7E0}"/>
          </ac:spMkLst>
        </pc:spChg>
        <pc:graphicFrameChg chg="add mod modGraphic">
          <ac:chgData name="Roman Demarco" userId="ec239ea09191a7ad" providerId="LiveId" clId="{EA601DBD-5995-484A-A688-08277575B004}" dt="2026-09-14T17:57:17.238" v="2834" actId="14734"/>
          <ac:graphicFrameMkLst>
            <pc:docMk/>
            <pc:sldMk cId="2690453039" sldId="271"/>
            <ac:graphicFrameMk id="4" creationId="{EB2CED77-BBB8-40D8-B7CF-F04542803D5D}"/>
          </ac:graphicFrameMkLst>
        </pc:graphicFrameChg>
      </pc:sldChg>
      <pc:sldChg chg="addSp delSp modSp add mod ord">
        <pc:chgData name="Roman Demarco" userId="ec239ea09191a7ad" providerId="LiveId" clId="{EA601DBD-5995-484A-A688-08277575B004}" dt="2026-09-16T16:23:22.351" v="3719"/>
        <pc:sldMkLst>
          <pc:docMk/>
          <pc:sldMk cId="2749773567" sldId="272"/>
        </pc:sldMkLst>
        <pc:spChg chg="mod">
          <ac:chgData name="Roman Demarco" userId="ec239ea09191a7ad" providerId="LiveId" clId="{EA601DBD-5995-484A-A688-08277575B004}" dt="2026-09-14T18:20:39.946" v="3215" actId="20577"/>
          <ac:spMkLst>
            <pc:docMk/>
            <pc:sldMk cId="2749773567" sldId="272"/>
            <ac:spMk id="2" creationId="{FC78210A-B748-443B-9C4D-4FCC9C7E3EF3}"/>
          </ac:spMkLst>
        </pc:spChg>
        <pc:spChg chg="mod">
          <ac:chgData name="Roman Demarco" userId="ec239ea09191a7ad" providerId="LiveId" clId="{EA601DBD-5995-484A-A688-08277575B004}" dt="2026-09-14T18:26:13.651" v="3293" actId="14100"/>
          <ac:spMkLst>
            <pc:docMk/>
            <pc:sldMk cId="2749773567" sldId="272"/>
            <ac:spMk id="3" creationId="{EBDE0B4D-C927-4AB3-885E-A8AE5E4840BA}"/>
          </ac:spMkLst>
        </pc:spChg>
        <pc:spChg chg="del">
          <ac:chgData name="Roman Demarco" userId="ec239ea09191a7ad" providerId="LiveId" clId="{EA601DBD-5995-484A-A688-08277575B004}" dt="2026-09-14T18:24:23.397" v="3264" actId="478"/>
          <ac:spMkLst>
            <pc:docMk/>
            <pc:sldMk cId="2749773567" sldId="272"/>
            <ac:spMk id="5" creationId="{0153564F-C7A5-4630-85C1-D62A1BC355E0}"/>
          </ac:spMkLst>
        </pc:spChg>
        <pc:spChg chg="mod">
          <ac:chgData name="Roman Demarco" userId="ec239ea09191a7ad" providerId="LiveId" clId="{EA601DBD-5995-484A-A688-08277575B004}" dt="2026-09-14T18:20:16.243" v="3166" actId="255"/>
          <ac:spMkLst>
            <pc:docMk/>
            <pc:sldMk cId="2749773567" sldId="272"/>
            <ac:spMk id="6" creationId="{606CD34F-1230-46E3-9483-4A61B5231EF5}"/>
          </ac:spMkLst>
        </pc:spChg>
        <pc:spChg chg="add mod">
          <ac:chgData name="Roman Demarco" userId="ec239ea09191a7ad" providerId="LiveId" clId="{EA601DBD-5995-484A-A688-08277575B004}" dt="2026-09-14T18:26:33.810" v="3297" actId="207"/>
          <ac:spMkLst>
            <pc:docMk/>
            <pc:sldMk cId="2749773567" sldId="272"/>
            <ac:spMk id="9" creationId="{5B943EA8-B3F7-459C-BBEB-92B0723657E7}"/>
          </ac:spMkLst>
        </pc:spChg>
        <pc:graphicFrameChg chg="del">
          <ac:chgData name="Roman Demarco" userId="ec239ea09191a7ad" providerId="LiveId" clId="{EA601DBD-5995-484A-A688-08277575B004}" dt="2026-09-14T18:20:59.793" v="3216" actId="478"/>
          <ac:graphicFrameMkLst>
            <pc:docMk/>
            <pc:sldMk cId="2749773567" sldId="272"/>
            <ac:graphicFrameMk id="4" creationId="{AA010CF6-D4A8-4E75-8EF5-9BCB58DC988B}"/>
          </ac:graphicFrameMkLst>
        </pc:graphicFrameChg>
        <pc:graphicFrameChg chg="add mod modGraphic">
          <ac:chgData name="Roman Demarco" userId="ec239ea09191a7ad" providerId="LiveId" clId="{EA601DBD-5995-484A-A688-08277575B004}" dt="2026-09-14T18:25:35.232" v="3290" actId="255"/>
          <ac:graphicFrameMkLst>
            <pc:docMk/>
            <pc:sldMk cId="2749773567" sldId="272"/>
            <ac:graphicFrameMk id="7" creationId="{E98B5AB6-3D25-477C-9E22-1D3296CE70D1}"/>
          </ac:graphicFrameMkLst>
        </pc:graphicFrameChg>
      </pc:sldChg>
      <pc:sldChg chg="addSp delSp modSp add mod ord">
        <pc:chgData name="Roman Demarco" userId="ec239ea09191a7ad" providerId="LiveId" clId="{EA601DBD-5995-484A-A688-08277575B004}" dt="2026-09-16T15:53:25.125" v="3470" actId="1076"/>
        <pc:sldMkLst>
          <pc:docMk/>
          <pc:sldMk cId="3693154092" sldId="273"/>
        </pc:sldMkLst>
        <pc:spChg chg="mod">
          <ac:chgData name="Roman Demarco" userId="ec239ea09191a7ad" providerId="LiveId" clId="{EA601DBD-5995-484A-A688-08277575B004}" dt="2026-09-16T15:53:18.100" v="3466" actId="1076"/>
          <ac:spMkLst>
            <pc:docMk/>
            <pc:sldMk cId="3693154092" sldId="273"/>
            <ac:spMk id="2" creationId="{FC78210A-B748-443B-9C4D-4FCC9C7E3EF3}"/>
          </ac:spMkLst>
        </pc:spChg>
        <pc:spChg chg="mod">
          <ac:chgData name="Roman Demarco" userId="ec239ea09191a7ad" providerId="LiveId" clId="{EA601DBD-5995-484A-A688-08277575B004}" dt="2026-09-16T15:53:25.125" v="3470" actId="1076"/>
          <ac:spMkLst>
            <pc:docMk/>
            <pc:sldMk cId="3693154092" sldId="273"/>
            <ac:spMk id="3" creationId="{EBDE0B4D-C927-4AB3-885E-A8AE5E4840BA}"/>
          </ac:spMkLst>
        </pc:spChg>
        <pc:spChg chg="mod">
          <ac:chgData name="Roman Demarco" userId="ec239ea09191a7ad" providerId="LiveId" clId="{EA601DBD-5995-484A-A688-08277575B004}" dt="2026-09-16T14:55:38.241" v="3337" actId="20577"/>
          <ac:spMkLst>
            <pc:docMk/>
            <pc:sldMk cId="3693154092" sldId="273"/>
            <ac:spMk id="6" creationId="{606CD34F-1230-46E3-9483-4A61B5231EF5}"/>
          </ac:spMkLst>
        </pc:spChg>
        <pc:spChg chg="del mod">
          <ac:chgData name="Roman Demarco" userId="ec239ea09191a7ad" providerId="LiveId" clId="{EA601DBD-5995-484A-A688-08277575B004}" dt="2026-09-16T15:19:27.484" v="3419" actId="478"/>
          <ac:spMkLst>
            <pc:docMk/>
            <pc:sldMk cId="3693154092" sldId="273"/>
            <ac:spMk id="9" creationId="{5B943EA8-B3F7-459C-BBEB-92B0723657E7}"/>
          </ac:spMkLst>
        </pc:spChg>
        <pc:graphicFrameChg chg="del">
          <ac:chgData name="Roman Demarco" userId="ec239ea09191a7ad" providerId="LiveId" clId="{EA601DBD-5995-484A-A688-08277575B004}" dt="2026-09-16T14:55:17.663" v="3308" actId="478"/>
          <ac:graphicFrameMkLst>
            <pc:docMk/>
            <pc:sldMk cId="3693154092" sldId="273"/>
            <ac:graphicFrameMk id="7" creationId="{E98B5AB6-3D25-477C-9E22-1D3296CE70D1}"/>
          </ac:graphicFrameMkLst>
        </pc:graphicFrameChg>
        <pc:picChg chg="add del mod">
          <ac:chgData name="Roman Demarco" userId="ec239ea09191a7ad" providerId="LiveId" clId="{EA601DBD-5995-484A-A688-08277575B004}" dt="2026-09-16T15:53:01.723" v="3460" actId="21"/>
          <ac:picMkLst>
            <pc:docMk/>
            <pc:sldMk cId="3693154092" sldId="273"/>
            <ac:picMk id="5" creationId="{E7CC6878-E088-46AE-8EB1-11346A5CF995}"/>
          </ac:picMkLst>
        </pc:picChg>
        <pc:picChg chg="add mod">
          <ac:chgData name="Roman Demarco" userId="ec239ea09191a7ad" providerId="LiveId" clId="{EA601DBD-5995-484A-A688-08277575B004}" dt="2026-09-16T15:53:23.266" v="3469" actId="1076"/>
          <ac:picMkLst>
            <pc:docMk/>
            <pc:sldMk cId="3693154092" sldId="273"/>
            <ac:picMk id="1026" creationId="{34610514-E1D3-4049-A7AE-0282F1B2D032}"/>
          </ac:picMkLst>
        </pc:picChg>
      </pc:sldChg>
      <pc:sldChg chg="addSp delSp modSp add mod">
        <pc:chgData name="Roman Demarco" userId="ec239ea09191a7ad" providerId="LiveId" clId="{EA601DBD-5995-484A-A688-08277575B004}" dt="2026-09-16T16:27:53.211" v="3720" actId="20577"/>
        <pc:sldMkLst>
          <pc:docMk/>
          <pc:sldMk cId="257414465" sldId="274"/>
        </pc:sldMkLst>
        <pc:spChg chg="mod">
          <ac:chgData name="Roman Demarco" userId="ec239ea09191a7ad" providerId="LiveId" clId="{EA601DBD-5995-484A-A688-08277575B004}" dt="2026-09-16T16:27:53.211" v="3720" actId="20577"/>
          <ac:spMkLst>
            <pc:docMk/>
            <pc:sldMk cId="257414465" sldId="274"/>
            <ac:spMk id="7" creationId="{B116D571-9C4C-4637-88CF-E21A5B2C8533}"/>
          </ac:spMkLst>
        </pc:spChg>
        <pc:spChg chg="mod">
          <ac:chgData name="Roman Demarco" userId="ec239ea09191a7ad" providerId="LiveId" clId="{EA601DBD-5995-484A-A688-08277575B004}" dt="2026-09-16T15:53:48.236" v="3494" actId="20577"/>
          <ac:spMkLst>
            <pc:docMk/>
            <pc:sldMk cId="257414465" sldId="274"/>
            <ac:spMk id="8" creationId="{3CD662DB-C246-4255-97D2-13EF7DC91AB1}"/>
          </ac:spMkLst>
        </pc:spChg>
        <pc:spChg chg="mod">
          <ac:chgData name="Roman Demarco" userId="ec239ea09191a7ad" providerId="LiveId" clId="{EA601DBD-5995-484A-A688-08277575B004}" dt="2026-09-16T15:54:06.835" v="3530" actId="20577"/>
          <ac:spMkLst>
            <pc:docMk/>
            <pc:sldMk cId="257414465" sldId="274"/>
            <ac:spMk id="11" creationId="{C399BF67-62A1-472B-AF1D-87AB51119578}"/>
          </ac:spMkLst>
        </pc:spChg>
        <pc:picChg chg="add mod">
          <ac:chgData name="Roman Demarco" userId="ec239ea09191a7ad" providerId="LiveId" clId="{EA601DBD-5995-484A-A688-08277575B004}" dt="2026-09-16T15:54:24.317" v="3537" actId="14100"/>
          <ac:picMkLst>
            <pc:docMk/>
            <pc:sldMk cId="257414465" sldId="274"/>
            <ac:picMk id="3" creationId="{CBE09F2B-AF66-4E3E-BDFF-E6DB8AE808E1}"/>
          </ac:picMkLst>
        </pc:picChg>
        <pc:picChg chg="del">
          <ac:chgData name="Roman Demarco" userId="ec239ea09191a7ad" providerId="LiveId" clId="{EA601DBD-5995-484A-A688-08277575B004}" dt="2026-09-16T15:54:10.132" v="3531" actId="478"/>
          <ac:picMkLst>
            <pc:docMk/>
            <pc:sldMk cId="257414465" sldId="274"/>
            <ac:picMk id="12" creationId="{64C894CD-3090-47EF-B523-7F242231966F}"/>
          </ac:picMkLst>
        </pc:picChg>
      </pc:sldChg>
      <pc:sldChg chg="addSp delSp modSp add mod">
        <pc:chgData name="Roman Demarco" userId="ec239ea09191a7ad" providerId="LiveId" clId="{EA601DBD-5995-484A-A688-08277575B004}" dt="2026-09-16T16:21:33.961" v="3715" actId="1076"/>
        <pc:sldMkLst>
          <pc:docMk/>
          <pc:sldMk cId="2014178543" sldId="275"/>
        </pc:sldMkLst>
        <pc:spChg chg="add mod">
          <ac:chgData name="Roman Demarco" userId="ec239ea09191a7ad" providerId="LiveId" clId="{EA601DBD-5995-484A-A688-08277575B004}" dt="2026-09-16T16:21:33.961" v="3715" actId="1076"/>
          <ac:spMkLst>
            <pc:docMk/>
            <pc:sldMk cId="2014178543" sldId="275"/>
            <ac:spMk id="2" creationId="{411C7832-02C8-4EF0-8900-19CF49276CFE}"/>
          </ac:spMkLst>
        </pc:spChg>
        <pc:spChg chg="mod">
          <ac:chgData name="Roman Demarco" userId="ec239ea09191a7ad" providerId="LiveId" clId="{EA601DBD-5995-484A-A688-08277575B004}" dt="2026-09-16T16:20:45.934" v="3707" actId="1076"/>
          <ac:spMkLst>
            <pc:docMk/>
            <pc:sldMk cId="2014178543" sldId="275"/>
            <ac:spMk id="7" creationId="{B116D571-9C4C-4637-88CF-E21A5B2C8533}"/>
          </ac:spMkLst>
        </pc:spChg>
        <pc:spChg chg="mod">
          <ac:chgData name="Roman Demarco" userId="ec239ea09191a7ad" providerId="LiveId" clId="{EA601DBD-5995-484A-A688-08277575B004}" dt="2026-09-16T15:59:08.596" v="3618" actId="20577"/>
          <ac:spMkLst>
            <pc:docMk/>
            <pc:sldMk cId="2014178543" sldId="275"/>
            <ac:spMk id="8" creationId="{3CD662DB-C246-4255-97D2-13EF7DC91AB1}"/>
          </ac:spMkLst>
        </pc:spChg>
        <pc:spChg chg="mod">
          <ac:chgData name="Roman Demarco" userId="ec239ea09191a7ad" providerId="LiveId" clId="{EA601DBD-5995-484A-A688-08277575B004}" dt="2026-09-16T16:20:50.271" v="3708" actId="1076"/>
          <ac:spMkLst>
            <pc:docMk/>
            <pc:sldMk cId="2014178543" sldId="275"/>
            <ac:spMk id="11" creationId="{C399BF67-62A1-472B-AF1D-87AB51119578}"/>
          </ac:spMkLst>
        </pc:spChg>
        <pc:picChg chg="del">
          <ac:chgData name="Roman Demarco" userId="ec239ea09191a7ad" providerId="LiveId" clId="{EA601DBD-5995-484A-A688-08277575B004}" dt="2026-09-16T15:58:53.214" v="3599" actId="478"/>
          <ac:picMkLst>
            <pc:docMk/>
            <pc:sldMk cId="2014178543" sldId="275"/>
            <ac:picMk id="3" creationId="{CBE09F2B-AF66-4E3E-BDFF-E6DB8AE808E1}"/>
          </ac:picMkLst>
        </pc:picChg>
      </pc:sldChg>
      <pc:sldChg chg="new del">
        <pc:chgData name="Roman Demarco" userId="ec239ea09191a7ad" providerId="LiveId" clId="{EA601DBD-5995-484A-A688-08277575B004}" dt="2026-09-16T15:58:49.371" v="3597" actId="680"/>
        <pc:sldMkLst>
          <pc:docMk/>
          <pc:sldMk cId="3864002940" sldId="275"/>
        </pc:sldMkLst>
      </pc:sldChg>
      <pc:sldMasterChg chg="addSldLayout">
        <pc:chgData name="Roman Demarco" userId="ec239ea09191a7ad" providerId="LiveId" clId="{EA601DBD-5995-484A-A688-08277575B004}" dt="2026-09-12T01:22:41.655" v="0" actId="680"/>
        <pc:sldMasterMkLst>
          <pc:docMk/>
          <pc:sldMasterMk cId="3405946275" sldId="2147483648"/>
        </pc:sldMasterMkLst>
        <pc:sldLayoutChg chg="add">
          <pc:chgData name="Roman Demarco" userId="ec239ea09191a7ad" providerId="LiveId" clId="{EA601DBD-5995-484A-A688-08277575B004}" dt="2026-09-12T01:22:41.655" v="0" actId="680"/>
          <pc:sldLayoutMkLst>
            <pc:docMk/>
            <pc:sldMasterMk cId="3405946275" sldId="2147483648"/>
            <pc:sldLayoutMk cId="1230698503" sldId="2147483649"/>
          </pc:sldLayoutMkLst>
        </pc:sldLayoutChg>
      </pc:sldMasterChg>
      <pc:sldMasterChg chg="modSldLayout">
        <pc:chgData name="Roman Demarco" userId="ec239ea09191a7ad" providerId="LiveId" clId="{EA601DBD-5995-484A-A688-08277575B004}" dt="2026-09-13T02:23:12.674" v="1252"/>
        <pc:sldMasterMkLst>
          <pc:docMk/>
          <pc:sldMasterMk cId="3656957519" sldId="2147483674"/>
        </pc:sldMasterMkLst>
        <pc:sldLayoutChg chg="delSp">
          <pc:chgData name="Roman Demarco" userId="ec239ea09191a7ad" providerId="LiveId" clId="{EA601DBD-5995-484A-A688-08277575B004}" dt="2026-09-13T02:23:12.674" v="1252"/>
          <pc:sldLayoutMkLst>
            <pc:docMk/>
            <pc:sldMasterMk cId="3656957519" sldId="2147483674"/>
            <pc:sldLayoutMk cId="1830313021" sldId="2147483677"/>
          </pc:sldLayoutMkLst>
          <pc:spChg chg="del">
            <ac:chgData name="Roman Demarco" userId="ec239ea09191a7ad" providerId="LiveId" clId="{EA601DBD-5995-484A-A688-08277575B004}" dt="2026-09-13T02:23:12.674" v="1252"/>
            <ac:spMkLst>
              <pc:docMk/>
              <pc:sldMasterMk cId="3656957519" sldId="2147483674"/>
              <pc:sldLayoutMk cId="1830313021" sldId="2147483677"/>
              <ac:spMk id="11" creationId="{00000000-0000-0000-0000-000000000000}"/>
            </ac:spMkLst>
          </pc:spChg>
          <pc:cxnChg chg="del">
            <ac:chgData name="Roman Demarco" userId="ec239ea09191a7ad" providerId="LiveId" clId="{EA601DBD-5995-484A-A688-08277575B004}" dt="2026-09-13T02:23:12.674" v="1252"/>
            <ac:cxnSpMkLst>
              <pc:docMk/>
              <pc:sldMasterMk cId="3656957519" sldId="2147483674"/>
              <pc:sldLayoutMk cId="1830313021" sldId="2147483677"/>
              <ac:cxnSpMk id="12" creationId="{00000000-0000-0000-0000-000000000000}"/>
            </ac:cxnSpMkLst>
          </pc:cxnChg>
        </pc:sldLayoutChg>
      </pc:sldMasterChg>
      <pc:sldMasterChg chg="delSldLayout">
        <pc:chgData name="Roman Demarco" userId="ec239ea09191a7ad" providerId="LiveId" clId="{EA601DBD-5995-484A-A688-08277575B004}" dt="2026-09-13T18:54:30.954" v="2431" actId="47"/>
        <pc:sldMasterMkLst>
          <pc:docMk/>
          <pc:sldMasterMk cId="2514742769" sldId="2147483690"/>
        </pc:sldMasterMkLst>
        <pc:sldLayoutChg chg="del">
          <pc:chgData name="Roman Demarco" userId="ec239ea09191a7ad" providerId="LiveId" clId="{EA601DBD-5995-484A-A688-08277575B004}" dt="2026-09-13T18:24:20.010" v="2185" actId="2696"/>
          <pc:sldLayoutMkLst>
            <pc:docMk/>
            <pc:sldMasterMk cId="2514742769" sldId="2147483690"/>
            <pc:sldLayoutMk cId="3324701393" sldId="2147483692"/>
          </pc:sldLayoutMkLst>
        </pc:sldLayoutChg>
        <pc:sldLayoutChg chg="del">
          <pc:chgData name="Roman Demarco" userId="ec239ea09191a7ad" providerId="LiveId" clId="{EA601DBD-5995-484A-A688-08277575B004}" dt="2026-09-13T18:54:30.954" v="2431" actId="47"/>
          <pc:sldLayoutMkLst>
            <pc:docMk/>
            <pc:sldMasterMk cId="2514742769" sldId="2147483690"/>
            <pc:sldLayoutMk cId="2806135543" sldId="214748372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hyperlink" Target="https://bit.ly/3A1uf1Q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hyperlink" Target="http://bit.ly/2TtBDfr" TargetMode="Externa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774233" y="2250200"/>
            <a:ext cx="8466800" cy="190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74233" y="4244000"/>
            <a:ext cx="84668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229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2" name="Google Shape;12;p2"/>
          <p:cNvCxnSpPr/>
          <p:nvPr/>
        </p:nvCxnSpPr>
        <p:spPr>
          <a:xfrm>
            <a:off x="11574333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92420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7882333" y="0"/>
            <a:ext cx="4309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5" name="Google Shape;15;p3"/>
          <p:cNvCxnSpPr/>
          <p:nvPr/>
        </p:nvCxnSpPr>
        <p:spPr>
          <a:xfrm>
            <a:off x="950425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000267" y="3599533"/>
            <a:ext cx="44828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2000267" y="2136067"/>
            <a:ext cx="1718400" cy="112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51700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960000" y="1356967"/>
            <a:ext cx="10272000" cy="47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4"/>
          <p:cNvSpPr/>
          <p:nvPr/>
        </p:nvSpPr>
        <p:spPr>
          <a:xfrm>
            <a:off x="11792267" y="0"/>
            <a:ext cx="400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2" name="Google Shape;22;p4"/>
          <p:cNvCxnSpPr/>
          <p:nvPr/>
        </p:nvCxnSpPr>
        <p:spPr>
          <a:xfrm>
            <a:off x="278392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" name="Google Shape;23;p4"/>
          <p:cNvGrpSpPr/>
          <p:nvPr/>
        </p:nvGrpSpPr>
        <p:grpSpPr>
          <a:xfrm flipH="1">
            <a:off x="-75033" y="6138667"/>
            <a:ext cx="10900400" cy="0"/>
            <a:chOff x="2220050" y="1547100"/>
            <a:chExt cx="8175300" cy="0"/>
          </a:xfrm>
        </p:grpSpPr>
        <p:cxnSp>
          <p:nvCxnSpPr>
            <p:cNvPr id="24" name="Google Shape;24;p4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4"/>
            <p:cNvCxnSpPr/>
            <p:nvPr/>
          </p:nvCxnSpPr>
          <p:spPr>
            <a:xfrm>
              <a:off x="2684450" y="1547100"/>
              <a:ext cx="7710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17845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10368200" y="0"/>
            <a:ext cx="1824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8" name="Google Shape;28;p5"/>
          <p:cNvCxnSpPr/>
          <p:nvPr/>
        </p:nvCxnSpPr>
        <p:spPr>
          <a:xfrm>
            <a:off x="340825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822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5165175" y="2924195"/>
            <a:ext cx="4001200" cy="23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960000" y="2924203"/>
            <a:ext cx="4001200" cy="23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3"/>
          </p:nvPr>
        </p:nvSpPr>
        <p:spPr>
          <a:xfrm>
            <a:off x="960000" y="1787833"/>
            <a:ext cx="4001200" cy="11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4"/>
          </p:nvPr>
        </p:nvSpPr>
        <p:spPr>
          <a:xfrm>
            <a:off x="5165175" y="1787833"/>
            <a:ext cx="4001200" cy="11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34" name="Google Shape;34;p5"/>
          <p:cNvGrpSpPr/>
          <p:nvPr/>
        </p:nvGrpSpPr>
        <p:grpSpPr>
          <a:xfrm flipH="1">
            <a:off x="-25033" y="6138667"/>
            <a:ext cx="9906000" cy="0"/>
            <a:chOff x="2220050" y="1547100"/>
            <a:chExt cx="7429500" cy="0"/>
          </a:xfrm>
        </p:grpSpPr>
        <p:cxnSp>
          <p:nvCxnSpPr>
            <p:cNvPr id="35" name="Google Shape;35;p5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5"/>
            <p:cNvCxnSpPr/>
            <p:nvPr/>
          </p:nvCxnSpPr>
          <p:spPr>
            <a:xfrm>
              <a:off x="2684450" y="1547100"/>
              <a:ext cx="6965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1400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11241033" y="0"/>
            <a:ext cx="951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0" name="Google Shape;40;p6"/>
          <p:cNvCxnSpPr/>
          <p:nvPr/>
        </p:nvCxnSpPr>
        <p:spPr>
          <a:xfrm>
            <a:off x="469100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1" name="Google Shape;41;p6"/>
          <p:cNvGrpSpPr/>
          <p:nvPr/>
        </p:nvGrpSpPr>
        <p:grpSpPr>
          <a:xfrm flipH="1">
            <a:off x="-112933" y="6534867"/>
            <a:ext cx="9406800" cy="0"/>
            <a:chOff x="2220050" y="1547100"/>
            <a:chExt cx="7055100" cy="0"/>
          </a:xfrm>
        </p:grpSpPr>
        <p:cxnSp>
          <p:nvCxnSpPr>
            <p:cNvPr id="42" name="Google Shape;42;p6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6"/>
            <p:cNvCxnSpPr/>
            <p:nvPr/>
          </p:nvCxnSpPr>
          <p:spPr>
            <a:xfrm>
              <a:off x="2684450" y="1547100"/>
              <a:ext cx="659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179731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8669300" y="0"/>
            <a:ext cx="35228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6" name="Google Shape;46;p7"/>
          <p:cNvCxnSpPr/>
          <p:nvPr/>
        </p:nvCxnSpPr>
        <p:spPr>
          <a:xfrm>
            <a:off x="164300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960000" y="1884484"/>
            <a:ext cx="7095200" cy="35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709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 flipH="1">
            <a:off x="-125033" y="6138667"/>
            <a:ext cx="5596400" cy="0"/>
            <a:chOff x="2220050" y="1547100"/>
            <a:chExt cx="4197300" cy="0"/>
          </a:xfrm>
        </p:grpSpPr>
        <p:cxnSp>
          <p:nvCxnSpPr>
            <p:cNvPr id="50" name="Google Shape;50;p7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7"/>
            <p:cNvCxnSpPr/>
            <p:nvPr/>
          </p:nvCxnSpPr>
          <p:spPr>
            <a:xfrm>
              <a:off x="2684450" y="1547100"/>
              <a:ext cx="3732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015421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4605433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0" y="0"/>
            <a:ext cx="3547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55" name="Google Shape;55;p8"/>
          <p:cNvCxnSpPr/>
          <p:nvPr/>
        </p:nvCxnSpPr>
        <p:spPr>
          <a:xfrm>
            <a:off x="11241033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6" name="Google Shape;56;p8"/>
          <p:cNvGrpSpPr/>
          <p:nvPr/>
        </p:nvGrpSpPr>
        <p:grpSpPr>
          <a:xfrm>
            <a:off x="4307800" y="6347467"/>
            <a:ext cx="8034000" cy="0"/>
            <a:chOff x="2220050" y="1547100"/>
            <a:chExt cx="6025500" cy="0"/>
          </a:xfrm>
        </p:grpSpPr>
        <p:cxnSp>
          <p:nvCxnSpPr>
            <p:cNvPr id="57" name="Google Shape;57;p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>
              <a:off x="2684450" y="1547100"/>
              <a:ext cx="5561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41207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7407633" y="0"/>
            <a:ext cx="478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950967" y="1672000"/>
            <a:ext cx="55448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950967" y="4291200"/>
            <a:ext cx="55448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63" name="Google Shape;63;p9"/>
          <p:cNvCxnSpPr/>
          <p:nvPr/>
        </p:nvCxnSpPr>
        <p:spPr>
          <a:xfrm>
            <a:off x="690592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4" name="Google Shape;64;p9"/>
          <p:cNvGrpSpPr/>
          <p:nvPr/>
        </p:nvGrpSpPr>
        <p:grpSpPr>
          <a:xfrm flipH="1">
            <a:off x="-125033" y="6138667"/>
            <a:ext cx="5596400" cy="0"/>
            <a:chOff x="2220050" y="1547100"/>
            <a:chExt cx="4197300" cy="0"/>
          </a:xfrm>
        </p:grpSpPr>
        <p:cxnSp>
          <p:nvCxnSpPr>
            <p:cNvPr id="65" name="Google Shape;65;p9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>
              <a:off x="2684450" y="1547100"/>
              <a:ext cx="3732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133768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0" y="-19833"/>
            <a:ext cx="12192000" cy="68780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950967" y="5115833"/>
            <a:ext cx="4765600" cy="1000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1952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 hasCustomPrompt="1"/>
          </p:nvPr>
        </p:nvSpPr>
        <p:spPr>
          <a:xfrm>
            <a:off x="4122300" y="1883651"/>
            <a:ext cx="7118800" cy="1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2" name="Google Shape;72;p11"/>
          <p:cNvSpPr txBox="1">
            <a:spLocks noGrp="1"/>
          </p:cNvSpPr>
          <p:nvPr>
            <p:ph type="subTitle" idx="1"/>
          </p:nvPr>
        </p:nvSpPr>
        <p:spPr>
          <a:xfrm>
            <a:off x="4122300" y="4311551"/>
            <a:ext cx="71188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0" y="0"/>
            <a:ext cx="3547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74" name="Google Shape;74;p11"/>
          <p:cNvCxnSpPr/>
          <p:nvPr/>
        </p:nvCxnSpPr>
        <p:spPr>
          <a:xfrm>
            <a:off x="11760700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5165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041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0" y="0"/>
            <a:ext cx="53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78" name="Google Shape;78;p13"/>
          <p:cNvCxnSpPr/>
          <p:nvPr/>
        </p:nvCxnSpPr>
        <p:spPr>
          <a:xfrm>
            <a:off x="11241033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2106600"/>
            <a:ext cx="1020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 hasCustomPrompt="1"/>
          </p:nvPr>
        </p:nvSpPr>
        <p:spPr>
          <a:xfrm>
            <a:off x="960000" y="3885717"/>
            <a:ext cx="1020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4" hasCustomPrompt="1"/>
          </p:nvPr>
        </p:nvSpPr>
        <p:spPr>
          <a:xfrm>
            <a:off x="4495696" y="2106600"/>
            <a:ext cx="1020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5" hasCustomPrompt="1"/>
          </p:nvPr>
        </p:nvSpPr>
        <p:spPr>
          <a:xfrm>
            <a:off x="4495696" y="3885717"/>
            <a:ext cx="1020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8031392" y="2106600"/>
            <a:ext cx="1020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8031392" y="3885717"/>
            <a:ext cx="1020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960000" y="2638197"/>
            <a:ext cx="3200800" cy="6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8"/>
          </p:nvPr>
        </p:nvSpPr>
        <p:spPr>
          <a:xfrm>
            <a:off x="4495699" y="2638197"/>
            <a:ext cx="3200800" cy="6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9"/>
          </p:nvPr>
        </p:nvSpPr>
        <p:spPr>
          <a:xfrm>
            <a:off x="8031397" y="2638197"/>
            <a:ext cx="3200800" cy="6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3"/>
          </p:nvPr>
        </p:nvSpPr>
        <p:spPr>
          <a:xfrm>
            <a:off x="960000" y="4417399"/>
            <a:ext cx="3200800" cy="6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4"/>
          </p:nvPr>
        </p:nvSpPr>
        <p:spPr>
          <a:xfrm>
            <a:off x="4495699" y="4417399"/>
            <a:ext cx="3200800" cy="6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5"/>
          </p:nvPr>
        </p:nvSpPr>
        <p:spPr>
          <a:xfrm>
            <a:off x="8031397" y="4417399"/>
            <a:ext cx="3200800" cy="6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92" name="Google Shape;92;p13"/>
          <p:cNvGrpSpPr/>
          <p:nvPr/>
        </p:nvGrpSpPr>
        <p:grpSpPr>
          <a:xfrm>
            <a:off x="960000" y="6472400"/>
            <a:ext cx="11382000" cy="0"/>
            <a:chOff x="2220050" y="1547100"/>
            <a:chExt cx="8536500" cy="0"/>
          </a:xfrm>
        </p:grpSpPr>
        <p:cxnSp>
          <p:nvCxnSpPr>
            <p:cNvPr id="93" name="Google Shape;93;p13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13"/>
            <p:cNvCxnSpPr/>
            <p:nvPr/>
          </p:nvCxnSpPr>
          <p:spPr>
            <a:xfrm>
              <a:off x="2684450" y="1547100"/>
              <a:ext cx="8072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824990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53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98" name="Google Shape;98;p14"/>
          <p:cNvCxnSpPr/>
          <p:nvPr/>
        </p:nvCxnSpPr>
        <p:spPr>
          <a:xfrm>
            <a:off x="11711800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" name="Google Shape;99;p14"/>
          <p:cNvGrpSpPr/>
          <p:nvPr/>
        </p:nvGrpSpPr>
        <p:grpSpPr>
          <a:xfrm>
            <a:off x="2001447" y="6472400"/>
            <a:ext cx="10264000" cy="0"/>
            <a:chOff x="2220050" y="1547100"/>
            <a:chExt cx="7698000" cy="0"/>
          </a:xfrm>
        </p:grpSpPr>
        <p:cxnSp>
          <p:nvCxnSpPr>
            <p:cNvPr id="100" name="Google Shape;100;p14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14"/>
            <p:cNvCxnSpPr/>
            <p:nvPr/>
          </p:nvCxnSpPr>
          <p:spPr>
            <a:xfrm>
              <a:off x="2684450" y="1547100"/>
              <a:ext cx="7233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87948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>
            <a:spLocks noGrp="1"/>
          </p:cNvSpPr>
          <p:nvPr>
            <p:ph type="pic" idx="2"/>
          </p:nvPr>
        </p:nvSpPr>
        <p:spPr>
          <a:xfrm>
            <a:off x="1836700" y="0"/>
            <a:ext cx="5070000" cy="40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5"/>
          <p:cNvSpPr>
            <a:spLocks noGrp="1"/>
          </p:cNvSpPr>
          <p:nvPr>
            <p:ph type="pic" idx="3"/>
          </p:nvPr>
        </p:nvSpPr>
        <p:spPr>
          <a:xfrm>
            <a:off x="7355767" y="-31767"/>
            <a:ext cx="4858400" cy="68896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5"/>
          <p:cNvSpPr/>
          <p:nvPr/>
        </p:nvSpPr>
        <p:spPr>
          <a:xfrm>
            <a:off x="0" y="0"/>
            <a:ext cx="1387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06" name="Google Shape;106;p15"/>
          <p:cNvCxnSpPr/>
          <p:nvPr/>
        </p:nvCxnSpPr>
        <p:spPr>
          <a:xfrm>
            <a:off x="11740700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1836684" y="4144467"/>
            <a:ext cx="5070000" cy="8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ubTitle" idx="1"/>
          </p:nvPr>
        </p:nvSpPr>
        <p:spPr>
          <a:xfrm>
            <a:off x="1836684" y="4905867"/>
            <a:ext cx="5070000" cy="12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7164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8094700" y="719333"/>
            <a:ext cx="3146400" cy="15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subTitle" idx="1"/>
          </p:nvPr>
        </p:nvSpPr>
        <p:spPr>
          <a:xfrm>
            <a:off x="8094700" y="2094333"/>
            <a:ext cx="3146400" cy="13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2" name="Google Shape;112;p16"/>
          <p:cNvSpPr>
            <a:spLocks noGrp="1"/>
          </p:cNvSpPr>
          <p:nvPr>
            <p:ph type="pic" idx="2"/>
          </p:nvPr>
        </p:nvSpPr>
        <p:spPr>
          <a:xfrm>
            <a:off x="0" y="0"/>
            <a:ext cx="4570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6"/>
          <p:cNvSpPr>
            <a:spLocks noGrp="1"/>
          </p:cNvSpPr>
          <p:nvPr>
            <p:ph type="pic" idx="3"/>
          </p:nvPr>
        </p:nvSpPr>
        <p:spPr>
          <a:xfrm>
            <a:off x="4920667" y="4088833"/>
            <a:ext cx="6274000" cy="2769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6"/>
          <p:cNvSpPr>
            <a:spLocks noGrp="1"/>
          </p:cNvSpPr>
          <p:nvPr>
            <p:ph type="pic" idx="4"/>
          </p:nvPr>
        </p:nvSpPr>
        <p:spPr>
          <a:xfrm>
            <a:off x="4920500" y="0"/>
            <a:ext cx="3047600" cy="37684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6"/>
          <p:cNvSpPr/>
          <p:nvPr/>
        </p:nvSpPr>
        <p:spPr>
          <a:xfrm>
            <a:off x="11929667" y="0"/>
            <a:ext cx="262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16" name="Google Shape;116;p16"/>
          <p:cNvCxnSpPr/>
          <p:nvPr/>
        </p:nvCxnSpPr>
        <p:spPr>
          <a:xfrm>
            <a:off x="553192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21899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951000" y="593367"/>
            <a:ext cx="61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1"/>
          </p:nvPr>
        </p:nvSpPr>
        <p:spPr>
          <a:xfrm>
            <a:off x="951000" y="1676767"/>
            <a:ext cx="10290000" cy="36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0" name="Google Shape;120;p17"/>
          <p:cNvSpPr/>
          <p:nvPr/>
        </p:nvSpPr>
        <p:spPr>
          <a:xfrm>
            <a:off x="0" y="0"/>
            <a:ext cx="78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21" name="Google Shape;121;p17"/>
          <p:cNvCxnSpPr/>
          <p:nvPr/>
        </p:nvCxnSpPr>
        <p:spPr>
          <a:xfrm>
            <a:off x="11647433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2" name="Google Shape;122;p17"/>
          <p:cNvGrpSpPr/>
          <p:nvPr/>
        </p:nvGrpSpPr>
        <p:grpSpPr>
          <a:xfrm>
            <a:off x="5182233" y="6634767"/>
            <a:ext cx="7122400" cy="0"/>
            <a:chOff x="2220050" y="1547100"/>
            <a:chExt cx="5341800" cy="0"/>
          </a:xfrm>
        </p:grpSpPr>
        <p:cxnSp>
          <p:nvCxnSpPr>
            <p:cNvPr id="123" name="Google Shape;123;p17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Google Shape;124;p17"/>
            <p:cNvCxnSpPr/>
            <p:nvPr/>
          </p:nvCxnSpPr>
          <p:spPr>
            <a:xfrm>
              <a:off x="2684450" y="1547100"/>
              <a:ext cx="487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738210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951000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951000" y="1356967"/>
            <a:ext cx="10290000" cy="5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8" name="Google Shape;128;p18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29" name="Google Shape;129;p18"/>
          <p:cNvCxnSpPr/>
          <p:nvPr/>
        </p:nvCxnSpPr>
        <p:spPr>
          <a:xfrm>
            <a:off x="11022833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0" name="Google Shape;130;p18"/>
          <p:cNvGrpSpPr/>
          <p:nvPr/>
        </p:nvGrpSpPr>
        <p:grpSpPr>
          <a:xfrm>
            <a:off x="597733" y="6472367"/>
            <a:ext cx="11756800" cy="0"/>
            <a:chOff x="2220050" y="1547100"/>
            <a:chExt cx="8817600" cy="0"/>
          </a:xfrm>
        </p:grpSpPr>
        <p:cxnSp>
          <p:nvCxnSpPr>
            <p:cNvPr id="131" name="Google Shape;131;p1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Google Shape;132;p18"/>
            <p:cNvCxnSpPr/>
            <p:nvPr/>
          </p:nvCxnSpPr>
          <p:spPr>
            <a:xfrm>
              <a:off x="2684450" y="1547100"/>
              <a:ext cx="8353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9590712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0" y="0"/>
            <a:ext cx="2248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35" name="Google Shape;135;p19"/>
          <p:cNvCxnSpPr/>
          <p:nvPr/>
        </p:nvCxnSpPr>
        <p:spPr>
          <a:xfrm>
            <a:off x="11879133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1"/>
          </p:nvPr>
        </p:nvSpPr>
        <p:spPr>
          <a:xfrm>
            <a:off x="960000" y="3033367"/>
            <a:ext cx="3374800" cy="1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2"/>
          </p:nvPr>
        </p:nvSpPr>
        <p:spPr>
          <a:xfrm>
            <a:off x="4408636" y="3033367"/>
            <a:ext cx="3374800" cy="1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3"/>
          </p:nvPr>
        </p:nvSpPr>
        <p:spPr>
          <a:xfrm>
            <a:off x="7857271" y="3033368"/>
            <a:ext cx="3374800" cy="1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4"/>
          </p:nvPr>
        </p:nvSpPr>
        <p:spPr>
          <a:xfrm>
            <a:off x="960000" y="1933667"/>
            <a:ext cx="3374800" cy="10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5"/>
          </p:nvPr>
        </p:nvSpPr>
        <p:spPr>
          <a:xfrm>
            <a:off x="4408645" y="1933667"/>
            <a:ext cx="3374800" cy="10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subTitle" idx="6"/>
          </p:nvPr>
        </p:nvSpPr>
        <p:spPr>
          <a:xfrm>
            <a:off x="7857279" y="1933667"/>
            <a:ext cx="3374800" cy="10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560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968935" y="2269112"/>
            <a:ext cx="4866000" cy="14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ubTitle" idx="2"/>
          </p:nvPr>
        </p:nvSpPr>
        <p:spPr>
          <a:xfrm>
            <a:off x="6374840" y="2269112"/>
            <a:ext cx="4866000" cy="14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ubTitle" idx="3"/>
          </p:nvPr>
        </p:nvSpPr>
        <p:spPr>
          <a:xfrm>
            <a:off x="968935" y="4520033"/>
            <a:ext cx="4866000" cy="14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4"/>
          </p:nvPr>
        </p:nvSpPr>
        <p:spPr>
          <a:xfrm>
            <a:off x="6374839" y="4520031"/>
            <a:ext cx="4866000" cy="14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5"/>
          </p:nvPr>
        </p:nvSpPr>
        <p:spPr>
          <a:xfrm>
            <a:off x="968933" y="1761433"/>
            <a:ext cx="4866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6"/>
          </p:nvPr>
        </p:nvSpPr>
        <p:spPr>
          <a:xfrm>
            <a:off x="968933" y="4012455"/>
            <a:ext cx="4866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7"/>
          </p:nvPr>
        </p:nvSpPr>
        <p:spPr>
          <a:xfrm>
            <a:off x="6374795" y="1761433"/>
            <a:ext cx="4866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8"/>
          </p:nvPr>
        </p:nvSpPr>
        <p:spPr>
          <a:xfrm>
            <a:off x="6374796" y="4012445"/>
            <a:ext cx="4866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0" y="0"/>
            <a:ext cx="599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54" name="Google Shape;154;p20"/>
          <p:cNvCxnSpPr/>
          <p:nvPr/>
        </p:nvCxnSpPr>
        <p:spPr>
          <a:xfrm>
            <a:off x="11435900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5" name="Google Shape;155;p20"/>
          <p:cNvGrpSpPr/>
          <p:nvPr/>
        </p:nvGrpSpPr>
        <p:grpSpPr>
          <a:xfrm>
            <a:off x="3759833" y="6431567"/>
            <a:ext cx="8444800" cy="0"/>
            <a:chOff x="2220050" y="1547100"/>
            <a:chExt cx="6333600" cy="0"/>
          </a:xfrm>
        </p:grpSpPr>
        <p:cxnSp>
          <p:nvCxnSpPr>
            <p:cNvPr id="156" name="Google Shape;156;p20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" name="Google Shape;157;p20"/>
            <p:cNvCxnSpPr/>
            <p:nvPr/>
          </p:nvCxnSpPr>
          <p:spPr>
            <a:xfrm>
              <a:off x="2684450" y="1547100"/>
              <a:ext cx="5869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43035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ubTitle" idx="1"/>
          </p:nvPr>
        </p:nvSpPr>
        <p:spPr>
          <a:xfrm>
            <a:off x="950533" y="2280205"/>
            <a:ext cx="3341200" cy="14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subTitle" idx="2"/>
          </p:nvPr>
        </p:nvSpPr>
        <p:spPr>
          <a:xfrm>
            <a:off x="4350545" y="2280219"/>
            <a:ext cx="3490400" cy="14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3"/>
          </p:nvPr>
        </p:nvSpPr>
        <p:spPr>
          <a:xfrm>
            <a:off x="950533" y="4719801"/>
            <a:ext cx="3341200" cy="14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4"/>
          </p:nvPr>
        </p:nvSpPr>
        <p:spPr>
          <a:xfrm>
            <a:off x="4350557" y="4719804"/>
            <a:ext cx="3490400" cy="14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5"/>
          </p:nvPr>
        </p:nvSpPr>
        <p:spPr>
          <a:xfrm>
            <a:off x="7899939" y="2280213"/>
            <a:ext cx="3341200" cy="14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6"/>
          </p:nvPr>
        </p:nvSpPr>
        <p:spPr>
          <a:xfrm>
            <a:off x="7899964" y="4719801"/>
            <a:ext cx="3341200" cy="14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7"/>
          </p:nvPr>
        </p:nvSpPr>
        <p:spPr>
          <a:xfrm>
            <a:off x="950533" y="1611433"/>
            <a:ext cx="3341200" cy="65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8"/>
          </p:nvPr>
        </p:nvSpPr>
        <p:spPr>
          <a:xfrm>
            <a:off x="4350544" y="1611433"/>
            <a:ext cx="3487200" cy="65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9"/>
          </p:nvPr>
        </p:nvSpPr>
        <p:spPr>
          <a:xfrm>
            <a:off x="7899935" y="1611433"/>
            <a:ext cx="3338000" cy="65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13"/>
          </p:nvPr>
        </p:nvSpPr>
        <p:spPr>
          <a:xfrm>
            <a:off x="950533" y="4054481"/>
            <a:ext cx="3341200" cy="65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ubTitle" idx="14"/>
          </p:nvPr>
        </p:nvSpPr>
        <p:spPr>
          <a:xfrm>
            <a:off x="4350544" y="4054477"/>
            <a:ext cx="3487200" cy="65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ubTitle" idx="15"/>
          </p:nvPr>
        </p:nvSpPr>
        <p:spPr>
          <a:xfrm>
            <a:off x="7899935" y="4054471"/>
            <a:ext cx="3341200" cy="65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11455000" y="0"/>
            <a:ext cx="73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73" name="Google Shape;173;p21"/>
          <p:cNvCxnSpPr/>
          <p:nvPr/>
        </p:nvCxnSpPr>
        <p:spPr>
          <a:xfrm>
            <a:off x="553192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4" name="Google Shape;174;p21"/>
          <p:cNvGrpSpPr/>
          <p:nvPr/>
        </p:nvGrpSpPr>
        <p:grpSpPr>
          <a:xfrm flipH="1">
            <a:off x="-49833" y="6443467"/>
            <a:ext cx="8264400" cy="0"/>
            <a:chOff x="2220050" y="1547100"/>
            <a:chExt cx="6198300" cy="0"/>
          </a:xfrm>
        </p:grpSpPr>
        <p:cxnSp>
          <p:nvCxnSpPr>
            <p:cNvPr id="175" name="Google Shape;175;p21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" name="Google Shape;176;p21"/>
            <p:cNvCxnSpPr/>
            <p:nvPr/>
          </p:nvCxnSpPr>
          <p:spPr>
            <a:xfrm>
              <a:off x="2684450" y="1547100"/>
              <a:ext cx="573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7789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/>
          <p:nvPr/>
        </p:nvSpPr>
        <p:spPr>
          <a:xfrm>
            <a:off x="8454800" y="0"/>
            <a:ext cx="373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79" name="Google Shape;179;p22"/>
          <p:cNvCxnSpPr/>
          <p:nvPr/>
        </p:nvCxnSpPr>
        <p:spPr>
          <a:xfrm>
            <a:off x="690592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951017" y="71933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"/>
          </p:nvPr>
        </p:nvSpPr>
        <p:spPr>
          <a:xfrm>
            <a:off x="950967" y="217143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950967" y="4705167"/>
            <a:ext cx="5020000" cy="8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" sz="1333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lang="en" sz="1333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lang="en" sz="1333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33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874486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8669300" y="0"/>
            <a:ext cx="35228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85" name="Google Shape;185;p23"/>
          <p:cNvCxnSpPr/>
          <p:nvPr/>
        </p:nvCxnSpPr>
        <p:spPr>
          <a:xfrm>
            <a:off x="638967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6" name="Google Shape;186;p23"/>
          <p:cNvGrpSpPr/>
          <p:nvPr/>
        </p:nvGrpSpPr>
        <p:grpSpPr>
          <a:xfrm flipH="1">
            <a:off x="-174800" y="417400"/>
            <a:ext cx="8619200" cy="0"/>
            <a:chOff x="2220050" y="1547100"/>
            <a:chExt cx="6464400" cy="0"/>
          </a:xfrm>
        </p:grpSpPr>
        <p:cxnSp>
          <p:nvCxnSpPr>
            <p:cNvPr id="187" name="Google Shape;187;p23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>
              <a:off x="2684450" y="1547100"/>
              <a:ext cx="600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8139885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 flipH="1">
            <a:off x="-25033" y="-47600"/>
            <a:ext cx="1824000" cy="690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91" name="Google Shape;191;p24"/>
          <p:cNvCxnSpPr/>
          <p:nvPr/>
        </p:nvCxnSpPr>
        <p:spPr>
          <a:xfrm>
            <a:off x="11241041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2" name="Google Shape;192;p24"/>
          <p:cNvGrpSpPr/>
          <p:nvPr/>
        </p:nvGrpSpPr>
        <p:grpSpPr>
          <a:xfrm>
            <a:off x="2398633" y="354967"/>
            <a:ext cx="9906000" cy="0"/>
            <a:chOff x="2220050" y="1547100"/>
            <a:chExt cx="7429500" cy="0"/>
          </a:xfrm>
        </p:grpSpPr>
        <p:cxnSp>
          <p:nvCxnSpPr>
            <p:cNvPr id="193" name="Google Shape;193;p24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24"/>
            <p:cNvCxnSpPr/>
            <p:nvPr/>
          </p:nvCxnSpPr>
          <p:spPr>
            <a:xfrm>
              <a:off x="2684450" y="1547100"/>
              <a:ext cx="6965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942949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7FE41-508D-4183-8CAB-8540F3A4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9F4E9E-8234-4778-BA31-882B5F607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E25482-0908-4B1E-9A1F-F7A50698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5A61-055B-4170-BE46-C25D554E85A3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6C812-585C-457A-B483-90BEA538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20A59E-F693-4733-94F1-9BFDB763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33E-95F1-4C6B-808F-E34CB1FAB8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3303369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5577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title"/>
          </p:nvPr>
        </p:nvSpPr>
        <p:spPr>
          <a:xfrm>
            <a:off x="9557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11072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774233" y="2250200"/>
            <a:ext cx="8466800" cy="190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74233" y="4244000"/>
            <a:ext cx="84668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03130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7FE41-508D-4183-8CAB-8540F3A4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9F4E9E-8234-4778-BA31-882B5F607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E25482-0908-4B1E-9A1F-F7A50698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5A61-055B-4170-BE46-C25D554E85A3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6C812-585C-457A-B483-90BEA538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20A59E-F693-4733-94F1-9BFDB763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33E-95F1-4C6B-808F-E34CB1FAB8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37007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96400" y="1977067"/>
            <a:ext cx="9599200" cy="19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96400" y="4318936"/>
            <a:ext cx="9599200" cy="56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9100" y="2151"/>
            <a:ext cx="12218051" cy="6862775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9092" y="-9867"/>
            <a:ext cx="12210183" cy="6877733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742558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950967" y="1465567"/>
            <a:ext cx="422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35" name="Google Shape;35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" name="Google Shape;3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 flipH="1">
            <a:off x="1" y="5560984"/>
            <a:ext cx="1297033" cy="129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65801" y="4949401"/>
            <a:ext cx="2357335" cy="18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>
            <a:spLocks noGrp="1"/>
          </p:cNvSpPr>
          <p:nvPr>
            <p:ph type="subTitle" idx="1"/>
          </p:nvPr>
        </p:nvSpPr>
        <p:spPr>
          <a:xfrm>
            <a:off x="950967" y="3507367"/>
            <a:ext cx="4229200" cy="21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81323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4738000" y="4072740"/>
            <a:ext cx="63828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4738000" y="2198848"/>
            <a:ext cx="63828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2479600" y="2198848"/>
            <a:ext cx="20552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2479600" y="4072732"/>
            <a:ext cx="20552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3493967" y="6364633"/>
            <a:ext cx="8698035" cy="4932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5560984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9690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l="31652" t="131" b="18270"/>
          <a:stretch/>
        </p:blipFill>
        <p:spPr>
          <a:xfrm rot="10800000" flipH="1">
            <a:off x="10932365" y="15167"/>
            <a:ext cx="1564435" cy="142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80331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950967" y="1316717"/>
            <a:ext cx="5726400" cy="14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950967" y="2812884"/>
            <a:ext cx="5726400" cy="33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7525033" y="719333"/>
            <a:ext cx="3716000" cy="54192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33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30" b="130"/>
          <a:stretch/>
        </p:blipFill>
        <p:spPr>
          <a:xfrm rot="-5400000">
            <a:off x="10012802" y="4671672"/>
            <a:ext cx="2288927" cy="17439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1" y="0"/>
            <a:ext cx="7783865" cy="714733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065735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343553" y="615044"/>
            <a:ext cx="2357333" cy="1397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0520900" y="0"/>
            <a:ext cx="1668733" cy="1668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5175599" y="6336334"/>
            <a:ext cx="7014035" cy="517367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392259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847400" y="1585467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847400" y="4204667"/>
            <a:ext cx="64972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800"/>
            <a:ext cx="12192001" cy="6855184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800"/>
            <a:ext cx="6508231" cy="4876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984863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07879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3302000" y="2496600"/>
            <a:ext cx="5588000" cy="139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3302000" y="3786600"/>
            <a:ext cx="5588000" cy="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227712" y="351491"/>
            <a:ext cx="2357333" cy="18007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12192000" cy="6877733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6707" y="0"/>
            <a:ext cx="12198708" cy="6871867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5442263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0980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5012273" y="226546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6253340" y="226546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5012257" y="3709005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6253324" y="3709005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5012276" y="515255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6253343" y="515255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707467" y="2265467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707467" y="3709016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707467" y="5152564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7433733" y="2265461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7433733" y="3709005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7433733" y="5152551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12192000" cy="6858016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326515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5113900" y="1068676"/>
            <a:ext cx="5452400" cy="14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5113900" y="2530900"/>
            <a:ext cx="5452400" cy="2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343553" y="615044"/>
            <a:ext cx="2357333" cy="1397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0520900" y="0"/>
            <a:ext cx="1668733" cy="1668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5175599" y="6336334"/>
            <a:ext cx="7014035" cy="517367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751043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950967" y="1316717"/>
            <a:ext cx="5726400" cy="14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950967" y="2812884"/>
            <a:ext cx="5726400" cy="33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37" name="Google Shape;137;p15"/>
          <p:cNvSpPr>
            <a:spLocks noGrp="1"/>
          </p:cNvSpPr>
          <p:nvPr>
            <p:ph type="pic" idx="2"/>
          </p:nvPr>
        </p:nvSpPr>
        <p:spPr>
          <a:xfrm>
            <a:off x="7525033" y="719333"/>
            <a:ext cx="3716000" cy="54192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38" name="Google Shape;1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33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>
            <a:alphaModFix/>
          </a:blip>
          <a:srcRect t="130" b="130"/>
          <a:stretch/>
        </p:blipFill>
        <p:spPr>
          <a:xfrm rot="-5400000">
            <a:off x="10012802" y="4671672"/>
            <a:ext cx="2288927" cy="17439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" y="0"/>
            <a:ext cx="7783865" cy="714733"/>
            <a:chOff x="0" y="0"/>
            <a:chExt cx="5837899" cy="536050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5"/>
          <p:cNvSpPr txBox="1">
            <a:spLocks noGrp="1"/>
          </p:cNvSpPr>
          <p:nvPr>
            <p:ph type="subTitle" idx="3"/>
          </p:nvPr>
        </p:nvSpPr>
        <p:spPr>
          <a:xfrm>
            <a:off x="950967" y="2812900"/>
            <a:ext cx="5726400" cy="33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41149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8001833" y="719333"/>
            <a:ext cx="3239200" cy="14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subTitle" idx="1"/>
          </p:nvPr>
        </p:nvSpPr>
        <p:spPr>
          <a:xfrm>
            <a:off x="8001833" y="2020533"/>
            <a:ext cx="3239200" cy="1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8" name="Google Shape;148;p16"/>
          <p:cNvSpPr>
            <a:spLocks noGrp="1"/>
          </p:cNvSpPr>
          <p:nvPr>
            <p:ph type="pic" idx="2"/>
          </p:nvPr>
        </p:nvSpPr>
        <p:spPr>
          <a:xfrm>
            <a:off x="950967" y="719333"/>
            <a:ext cx="3734800" cy="54196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49" name="Google Shape;149;p16"/>
          <p:cNvSpPr>
            <a:spLocks noGrp="1"/>
          </p:cNvSpPr>
          <p:nvPr>
            <p:ph type="pic" idx="3"/>
          </p:nvPr>
        </p:nvSpPr>
        <p:spPr>
          <a:xfrm>
            <a:off x="4794100" y="719333"/>
            <a:ext cx="2921600" cy="310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50" name="Google Shape;150;p16"/>
          <p:cNvSpPr>
            <a:spLocks noGrp="1"/>
          </p:cNvSpPr>
          <p:nvPr>
            <p:ph type="pic" idx="4"/>
          </p:nvPr>
        </p:nvSpPr>
        <p:spPr>
          <a:xfrm>
            <a:off x="4794100" y="3938367"/>
            <a:ext cx="6446800" cy="2200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l="73637" t="130" b="130"/>
          <a:stretch/>
        </p:blipFill>
        <p:spPr>
          <a:xfrm>
            <a:off x="13652" y="4496601"/>
            <a:ext cx="603432" cy="1743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6"/>
          <p:cNvGrpSpPr/>
          <p:nvPr/>
        </p:nvGrpSpPr>
        <p:grpSpPr>
          <a:xfrm>
            <a:off x="-1" y="2800"/>
            <a:ext cx="12192001" cy="6855184"/>
            <a:chOff x="-1" y="2100"/>
            <a:chExt cx="9144001" cy="5141388"/>
          </a:xfrm>
        </p:grpSpPr>
        <p:pic>
          <p:nvPicPr>
            <p:cNvPr id="153" name="Google Shape;153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7142036" y="6336334"/>
            <a:ext cx="5047597" cy="517367"/>
            <a:chOff x="5356527" y="4752250"/>
            <a:chExt cx="3785698" cy="388025"/>
          </a:xfrm>
        </p:grpSpPr>
        <p:pic>
          <p:nvPicPr>
            <p:cNvPr id="156" name="Google Shape;156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653617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1_Title and text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960000" y="853440"/>
            <a:ext cx="4313200" cy="1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960000" y="2802500"/>
            <a:ext cx="4313200" cy="16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805525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165" name="Google Shape;165;p18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166" name="Google Shape;16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8"/>
          <p:cNvGrpSpPr/>
          <p:nvPr/>
        </p:nvGrpSpPr>
        <p:grpSpPr>
          <a:xfrm flipH="1">
            <a:off x="0" y="0"/>
            <a:ext cx="12192000" cy="6858016"/>
            <a:chOff x="0" y="0"/>
            <a:chExt cx="9144000" cy="5143512"/>
          </a:xfrm>
        </p:grpSpPr>
        <p:pic>
          <p:nvPicPr>
            <p:cNvPr id="169" name="Google Shape;16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8"/>
          <p:cNvSpPr txBox="1">
            <a:spLocks noGrp="1"/>
          </p:cNvSpPr>
          <p:nvPr>
            <p:ph type="body" idx="1"/>
          </p:nvPr>
        </p:nvSpPr>
        <p:spPr>
          <a:xfrm>
            <a:off x="2860800" y="2802500"/>
            <a:ext cx="6470400" cy="23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2"/>
          </p:nvPr>
        </p:nvSpPr>
        <p:spPr>
          <a:xfrm>
            <a:off x="2860800" y="2801533"/>
            <a:ext cx="6470400" cy="23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30823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>
            <a:spLocks noGrp="1"/>
          </p:cNvSpPr>
          <p:nvPr>
            <p:ph type="title"/>
          </p:nvPr>
        </p:nvSpPr>
        <p:spPr>
          <a:xfrm>
            <a:off x="960000" y="717989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subTitle" idx="1"/>
          </p:nvPr>
        </p:nvSpPr>
        <p:spPr>
          <a:xfrm>
            <a:off x="946333" y="3515467"/>
            <a:ext cx="2967600" cy="2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subTitle" idx="2"/>
          </p:nvPr>
        </p:nvSpPr>
        <p:spPr>
          <a:xfrm>
            <a:off x="4609884" y="3515467"/>
            <a:ext cx="2967600" cy="2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subTitle" idx="3"/>
          </p:nvPr>
        </p:nvSpPr>
        <p:spPr>
          <a:xfrm>
            <a:off x="8273435" y="3515467"/>
            <a:ext cx="2967600" cy="2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ubTitle" idx="4"/>
          </p:nvPr>
        </p:nvSpPr>
        <p:spPr>
          <a:xfrm>
            <a:off x="946344" y="2764388"/>
            <a:ext cx="2967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ubTitle" idx="5"/>
          </p:nvPr>
        </p:nvSpPr>
        <p:spPr>
          <a:xfrm>
            <a:off x="4612212" y="2764388"/>
            <a:ext cx="2967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subTitle" idx="6"/>
          </p:nvPr>
        </p:nvSpPr>
        <p:spPr>
          <a:xfrm>
            <a:off x="8273447" y="2764388"/>
            <a:ext cx="2967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894934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184" name="Google Shape;18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9506004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subTitle" idx="1"/>
          </p:nvPr>
        </p:nvSpPr>
        <p:spPr>
          <a:xfrm>
            <a:off x="960000" y="2239133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subTitle" idx="2"/>
          </p:nvPr>
        </p:nvSpPr>
        <p:spPr>
          <a:xfrm>
            <a:off x="6508221" y="2239133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subTitle" idx="3"/>
          </p:nvPr>
        </p:nvSpPr>
        <p:spPr>
          <a:xfrm>
            <a:off x="960000" y="4528267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2" name="Google Shape;192;p20"/>
          <p:cNvSpPr txBox="1">
            <a:spLocks noGrp="1"/>
          </p:cNvSpPr>
          <p:nvPr>
            <p:ph type="subTitle" idx="4"/>
          </p:nvPr>
        </p:nvSpPr>
        <p:spPr>
          <a:xfrm>
            <a:off x="6508221" y="4528267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subTitle" idx="5"/>
          </p:nvPr>
        </p:nvSpPr>
        <p:spPr>
          <a:xfrm>
            <a:off x="960000" y="1906515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4" name="Google Shape;194;p20"/>
          <p:cNvSpPr txBox="1">
            <a:spLocks noGrp="1"/>
          </p:cNvSpPr>
          <p:nvPr>
            <p:ph type="subTitle" idx="6"/>
          </p:nvPr>
        </p:nvSpPr>
        <p:spPr>
          <a:xfrm>
            <a:off x="960000" y="4195881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5" name="Google Shape;195;p20"/>
          <p:cNvSpPr txBox="1">
            <a:spLocks noGrp="1"/>
          </p:cNvSpPr>
          <p:nvPr>
            <p:ph type="subTitle" idx="7"/>
          </p:nvPr>
        </p:nvSpPr>
        <p:spPr>
          <a:xfrm>
            <a:off x="6508169" y="1906515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subTitle" idx="8"/>
          </p:nvPr>
        </p:nvSpPr>
        <p:spPr>
          <a:xfrm>
            <a:off x="6508173" y="4195881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197" name="Google Shape;197;p20"/>
          <p:cNvGrpSpPr/>
          <p:nvPr/>
        </p:nvGrpSpPr>
        <p:grpSpPr>
          <a:xfrm>
            <a:off x="-1" y="-6291"/>
            <a:ext cx="12192001" cy="6864276"/>
            <a:chOff x="-1" y="-4719"/>
            <a:chExt cx="9144001" cy="5148207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20"/>
          <p:cNvGrpSpPr/>
          <p:nvPr/>
        </p:nvGrpSpPr>
        <p:grpSpPr>
          <a:xfrm rot="10800000">
            <a:off x="0" y="-6292"/>
            <a:ext cx="6508231" cy="487600"/>
            <a:chOff x="4261050" y="4610675"/>
            <a:chExt cx="4881173" cy="36570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0194899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1"/>
          </p:nvPr>
        </p:nvSpPr>
        <p:spPr>
          <a:xfrm>
            <a:off x="960100" y="2243328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2"/>
          </p:nvPr>
        </p:nvSpPr>
        <p:spPr>
          <a:xfrm>
            <a:off x="4525173" y="2243328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3"/>
          </p:nvPr>
        </p:nvSpPr>
        <p:spPr>
          <a:xfrm>
            <a:off x="960100" y="4531409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subTitle" idx="4"/>
          </p:nvPr>
        </p:nvSpPr>
        <p:spPr>
          <a:xfrm>
            <a:off x="4525173" y="4531409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subTitle" idx="5"/>
          </p:nvPr>
        </p:nvSpPr>
        <p:spPr>
          <a:xfrm>
            <a:off x="8090248" y="2243328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subTitle" idx="6"/>
          </p:nvPr>
        </p:nvSpPr>
        <p:spPr>
          <a:xfrm>
            <a:off x="8090248" y="4531409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ubTitle" idx="7"/>
          </p:nvPr>
        </p:nvSpPr>
        <p:spPr>
          <a:xfrm>
            <a:off x="960100" y="1901952"/>
            <a:ext cx="3150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8"/>
          </p:nvPr>
        </p:nvSpPr>
        <p:spPr>
          <a:xfrm>
            <a:off x="4527173" y="1901952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subTitle" idx="9"/>
          </p:nvPr>
        </p:nvSpPr>
        <p:spPr>
          <a:xfrm>
            <a:off x="8090248" y="1901952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subTitle" idx="13"/>
          </p:nvPr>
        </p:nvSpPr>
        <p:spPr>
          <a:xfrm>
            <a:off x="960100" y="4194048"/>
            <a:ext cx="3150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subTitle" idx="14"/>
          </p:nvPr>
        </p:nvSpPr>
        <p:spPr>
          <a:xfrm>
            <a:off x="4525173" y="4194055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subTitle" idx="15"/>
          </p:nvPr>
        </p:nvSpPr>
        <p:spPr>
          <a:xfrm>
            <a:off x="8090248" y="4194055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l="68149" b="22414"/>
          <a:stretch/>
        </p:blipFill>
        <p:spPr>
          <a:xfrm rot="10800000">
            <a:off x="11441132" y="85835"/>
            <a:ext cx="750835" cy="139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0894968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0436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>
            <a:spLocks noGrp="1"/>
          </p:cNvSpPr>
          <p:nvPr>
            <p:ph type="title" hasCustomPrompt="1"/>
          </p:nvPr>
        </p:nvSpPr>
        <p:spPr>
          <a:xfrm>
            <a:off x="4133184" y="2726839"/>
            <a:ext cx="392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2"/>
          <p:cNvSpPr txBox="1">
            <a:spLocks noGrp="1"/>
          </p:cNvSpPr>
          <p:nvPr>
            <p:ph type="subTitle" idx="1"/>
          </p:nvPr>
        </p:nvSpPr>
        <p:spPr>
          <a:xfrm>
            <a:off x="4133197" y="3650433"/>
            <a:ext cx="3925600" cy="4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4" name="Google Shape;224;p22"/>
          <p:cNvSpPr txBox="1">
            <a:spLocks noGrp="1"/>
          </p:cNvSpPr>
          <p:nvPr>
            <p:ph type="title" idx="2" hasCustomPrompt="1"/>
          </p:nvPr>
        </p:nvSpPr>
        <p:spPr>
          <a:xfrm>
            <a:off x="4133205" y="893251"/>
            <a:ext cx="392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2"/>
          <p:cNvSpPr txBox="1">
            <a:spLocks noGrp="1"/>
          </p:cNvSpPr>
          <p:nvPr>
            <p:ph type="subTitle" idx="3"/>
          </p:nvPr>
        </p:nvSpPr>
        <p:spPr>
          <a:xfrm>
            <a:off x="4133205" y="1816861"/>
            <a:ext cx="3925600" cy="4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title" idx="4" hasCustomPrompt="1"/>
          </p:nvPr>
        </p:nvSpPr>
        <p:spPr>
          <a:xfrm>
            <a:off x="4133195" y="4560423"/>
            <a:ext cx="392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2"/>
          <p:cNvSpPr txBox="1">
            <a:spLocks noGrp="1"/>
          </p:cNvSpPr>
          <p:nvPr>
            <p:ph type="subTitle" idx="5"/>
          </p:nvPr>
        </p:nvSpPr>
        <p:spPr>
          <a:xfrm>
            <a:off x="4133208" y="5484017"/>
            <a:ext cx="3925600" cy="4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228" name="Google Shape;228;p22"/>
          <p:cNvGrpSpPr/>
          <p:nvPr/>
        </p:nvGrpSpPr>
        <p:grpSpPr>
          <a:xfrm>
            <a:off x="0" y="0"/>
            <a:ext cx="12198725" cy="6871879"/>
            <a:chOff x="0" y="0"/>
            <a:chExt cx="9149044" cy="5153909"/>
          </a:xfrm>
        </p:grpSpPr>
        <p:grpSp>
          <p:nvGrpSpPr>
            <p:cNvPr id="229" name="Google Shape;229;p22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30" name="Google Shape;230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" name="Google Shape;231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2" name="Google Shape;232;p22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33" name="Google Shape;233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Google Shape;234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5" name="Google Shape;235;p22"/>
          <p:cNvPicPr preferRelativeResize="0"/>
          <p:nvPr/>
        </p:nvPicPr>
        <p:blipFill rotWithShape="1">
          <a:blip r:embed="rId6">
            <a:alphaModFix/>
          </a:blip>
          <a:srcRect t="130" b="130"/>
          <a:stretch/>
        </p:blipFill>
        <p:spPr>
          <a:xfrm rot="5400000">
            <a:off x="-170898" y="4750072"/>
            <a:ext cx="2288927" cy="1743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74160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8698035" cy="4932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12192000" cy="6858016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1728049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 l="14814" b="34262"/>
          <a:stretch/>
        </p:blipFill>
        <p:spPr>
          <a:xfrm rot="10800000">
            <a:off x="10205532" y="-54035"/>
            <a:ext cx="2008101" cy="11837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4"/>
          <p:cNvGrpSpPr/>
          <p:nvPr/>
        </p:nvGrpSpPr>
        <p:grpSpPr>
          <a:xfrm flipH="1">
            <a:off x="0" y="0"/>
            <a:ext cx="12192000" cy="6858016"/>
            <a:chOff x="0" y="0"/>
            <a:chExt cx="9144000" cy="5143512"/>
          </a:xfrm>
        </p:grpSpPr>
        <p:pic>
          <p:nvPicPr>
            <p:cNvPr id="250" name="Google Shape;250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1770010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255" name="Google Shape;255;p25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25"/>
          <p:cNvPicPr preferRelativeResize="0"/>
          <p:nvPr/>
        </p:nvPicPr>
        <p:blipFill rotWithShape="1">
          <a:blip r:embed="rId5">
            <a:alphaModFix/>
          </a:blip>
          <a:srcRect r="56111" b="41941"/>
          <a:stretch/>
        </p:blipFill>
        <p:spPr>
          <a:xfrm rot="-5400000">
            <a:off x="11100051" y="5689050"/>
            <a:ext cx="1034600" cy="10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1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04413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3">
            <a:alphaModFix/>
          </a:blip>
          <a:srcRect t="129" b="35496"/>
          <a:stretch/>
        </p:blipFill>
        <p:spPr>
          <a:xfrm>
            <a:off x="8394901" y="5725163"/>
            <a:ext cx="2288935" cy="112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6"/>
          <p:cNvGrpSpPr/>
          <p:nvPr/>
        </p:nvGrpSpPr>
        <p:grpSpPr>
          <a:xfrm>
            <a:off x="1" y="0"/>
            <a:ext cx="5052697" cy="479200"/>
            <a:chOff x="0" y="0"/>
            <a:chExt cx="3789523" cy="359400"/>
          </a:xfrm>
        </p:grpSpPr>
        <p:pic>
          <p:nvPicPr>
            <p:cNvPr id="265" name="Google Shape;265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7" name="Google Shape;26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 flipH="1">
            <a:off x="10894968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60511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271" name="Google Shape;271;p27"/>
          <p:cNvGrpSpPr/>
          <p:nvPr/>
        </p:nvGrpSpPr>
        <p:grpSpPr>
          <a:xfrm rot="10800000" flipH="1">
            <a:off x="6841498" y="0"/>
            <a:ext cx="5350503" cy="479200"/>
            <a:chOff x="5129348" y="4780863"/>
            <a:chExt cx="4012877" cy="359400"/>
          </a:xfrm>
        </p:grpSpPr>
        <p:pic>
          <p:nvPicPr>
            <p:cNvPr id="272" name="Google Shape;27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5129348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4" name="Google Shape;27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33" y="1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91813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278" name="Google Shape;278;p28"/>
          <p:cNvGrpSpPr/>
          <p:nvPr/>
        </p:nvGrpSpPr>
        <p:grpSpPr>
          <a:xfrm>
            <a:off x="0" y="17"/>
            <a:ext cx="12192000" cy="6857983"/>
            <a:chOff x="0" y="12"/>
            <a:chExt cx="9144000" cy="5143487"/>
          </a:xfrm>
        </p:grpSpPr>
        <p:pic>
          <p:nvPicPr>
            <p:cNvPr id="279" name="Google Shape;279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0" y="4170725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 flipH="1">
              <a:off x="8171225" y="12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28"/>
          <p:cNvGrpSpPr/>
          <p:nvPr/>
        </p:nvGrpSpPr>
        <p:grpSpPr>
          <a:xfrm rot="10800000">
            <a:off x="1" y="0"/>
            <a:ext cx="5350503" cy="479200"/>
            <a:chOff x="5129346" y="4780863"/>
            <a:chExt cx="4012877" cy="359400"/>
          </a:xfrm>
        </p:grpSpPr>
        <p:pic>
          <p:nvPicPr>
            <p:cNvPr id="282" name="Google Shape;28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5129346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260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0414924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>
            <a:spLocks noGrp="1"/>
          </p:cNvSpPr>
          <p:nvPr>
            <p:ph type="title"/>
          </p:nvPr>
        </p:nvSpPr>
        <p:spPr>
          <a:xfrm>
            <a:off x="950969" y="720000"/>
            <a:ext cx="55352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87" name="Google Shape;287;p29"/>
          <p:cNvSpPr txBox="1">
            <a:spLocks noGrp="1"/>
          </p:cNvSpPr>
          <p:nvPr>
            <p:ph type="subTitle" idx="1"/>
          </p:nvPr>
        </p:nvSpPr>
        <p:spPr>
          <a:xfrm>
            <a:off x="950951" y="3159133"/>
            <a:ext cx="49324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88" name="Google Shape;288;p29"/>
          <p:cNvSpPr>
            <a:spLocks noGrp="1"/>
          </p:cNvSpPr>
          <p:nvPr>
            <p:ph type="pic" idx="2"/>
          </p:nvPr>
        </p:nvSpPr>
        <p:spPr>
          <a:xfrm>
            <a:off x="950967" y="719400"/>
            <a:ext cx="4096800" cy="54192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grpSp>
        <p:nvGrpSpPr>
          <p:cNvPr id="289" name="Google Shape;289;p29"/>
          <p:cNvGrpSpPr/>
          <p:nvPr/>
        </p:nvGrpSpPr>
        <p:grpSpPr>
          <a:xfrm>
            <a:off x="-9088" y="1"/>
            <a:ext cx="12201269" cy="6871884"/>
            <a:chOff x="-6816" y="0"/>
            <a:chExt cx="9150952" cy="5153913"/>
          </a:xfrm>
        </p:grpSpPr>
        <p:grpSp>
          <p:nvGrpSpPr>
            <p:cNvPr id="290" name="Google Shape;290;p29"/>
            <p:cNvGrpSpPr/>
            <p:nvPr/>
          </p:nvGrpSpPr>
          <p:grpSpPr>
            <a:xfrm flipH="1">
              <a:off x="5354613" y="0"/>
              <a:ext cx="3789523" cy="359400"/>
              <a:chOff x="0" y="0"/>
              <a:chExt cx="3789523" cy="359400"/>
            </a:xfrm>
          </p:grpSpPr>
          <p:pic>
            <p:nvPicPr>
              <p:cNvPr id="291" name="Google Shape;291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0" y="0"/>
                <a:ext cx="3789523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" name="Google Shape;293;p29"/>
            <p:cNvGrpSpPr/>
            <p:nvPr/>
          </p:nvGrpSpPr>
          <p:grpSpPr>
            <a:xfrm flipH="1">
              <a:off x="-6816" y="4765888"/>
              <a:ext cx="3785698" cy="388025"/>
              <a:chOff x="5363346" y="4765888"/>
              <a:chExt cx="3785698" cy="388025"/>
            </a:xfrm>
          </p:grpSpPr>
          <p:pic>
            <p:nvPicPr>
              <p:cNvPr id="294" name="Google Shape;294;p2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10800000">
                <a:off x="5363346" y="4765888"/>
                <a:ext cx="3785698" cy="388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300206" y="49254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96" name="Google Shape;296;p29"/>
          <p:cNvGrpSpPr/>
          <p:nvPr/>
        </p:nvGrpSpPr>
        <p:grpSpPr>
          <a:xfrm>
            <a:off x="1" y="-15384"/>
            <a:ext cx="12191999" cy="6873367"/>
            <a:chOff x="0" y="-11538"/>
            <a:chExt cx="9143999" cy="5155025"/>
          </a:xfrm>
        </p:grpSpPr>
        <p:pic>
          <p:nvPicPr>
            <p:cNvPr id="297" name="Google Shape;297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0" y="-11538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8171224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29"/>
          <p:cNvSpPr txBox="1"/>
          <p:nvPr/>
        </p:nvSpPr>
        <p:spPr>
          <a:xfrm>
            <a:off x="950965" y="4723100"/>
            <a:ext cx="4567200" cy="8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" sz="1333" b="1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Slidesgo</a:t>
            </a:r>
            <a:r>
              <a:rPr lang="en"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 </a:t>
            </a:r>
            <a:r>
              <a:rPr lang="en" sz="1333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33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5213935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t="130" b="130"/>
          <a:stretch/>
        </p:blipFill>
        <p:spPr>
          <a:xfrm rot="-5400000">
            <a:off x="-193498" y="4777004"/>
            <a:ext cx="2288927" cy="174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1451" y="-18200"/>
            <a:ext cx="1668733" cy="1668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8184"/>
            <a:ext cx="11838469" cy="6564824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0402653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l="73637" t="130" b="130"/>
          <a:stretch/>
        </p:blipFill>
        <p:spPr>
          <a:xfrm>
            <a:off x="11510385" y="51834"/>
            <a:ext cx="603432" cy="1743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35" y="-27275"/>
            <a:ext cx="1297035" cy="6883859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7157485" y="6378800"/>
            <a:ext cx="5052697" cy="4792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435443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5033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23821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10800000" flipH="1">
            <a:off x="-104600" y="-104400"/>
            <a:ext cx="4572000" cy="11352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077800" y="1992400"/>
            <a:ext cx="6036400" cy="22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077800" y="4272800"/>
            <a:ext cx="6036400" cy="5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39230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5;p3"/>
          <p:cNvGrpSpPr/>
          <p:nvPr/>
        </p:nvGrpSpPr>
        <p:grpSpPr>
          <a:xfrm>
            <a:off x="0" y="1"/>
            <a:ext cx="12684967" cy="6857900"/>
            <a:chOff x="0" y="0"/>
            <a:chExt cx="9513725" cy="5143425"/>
          </a:xfrm>
        </p:grpSpPr>
        <p:sp>
          <p:nvSpPr>
            <p:cNvPr id="16" name="Google Shape;16;p3"/>
            <p:cNvSpPr/>
            <p:nvPr/>
          </p:nvSpPr>
          <p:spPr>
            <a:xfrm>
              <a:off x="8421625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0" y="4014825"/>
              <a:ext cx="1492500" cy="11286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0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7631225" y="3265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-104600" y="-104400"/>
            <a:ext cx="8461551" cy="8635717"/>
            <a:chOff x="-78450" y="-78300"/>
            <a:chExt cx="6346163" cy="6476788"/>
          </a:xfrm>
        </p:grpSpPr>
        <p:sp>
          <p:nvSpPr>
            <p:cNvPr id="21" name="Google Shape;21;p3"/>
            <p:cNvSpPr/>
            <p:nvPr/>
          </p:nvSpPr>
          <p:spPr>
            <a:xfrm rot="10800000" flipH="1">
              <a:off x="-78450" y="-7830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2" name="Google Shape;22;p3"/>
            <p:cNvGrpSpPr/>
            <p:nvPr/>
          </p:nvGrpSpPr>
          <p:grpSpPr>
            <a:xfrm>
              <a:off x="4382438" y="4514238"/>
              <a:ext cx="1885275" cy="1884250"/>
              <a:chOff x="2609275" y="3149350"/>
              <a:chExt cx="1885275" cy="188425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</p:grpSp>
      <p:sp>
        <p:nvSpPr>
          <p:cNvPr id="42" name="Google Shape;42;p3"/>
          <p:cNvSpPr txBox="1">
            <a:spLocks noGrp="1"/>
          </p:cNvSpPr>
          <p:nvPr>
            <p:ph type="title"/>
          </p:nvPr>
        </p:nvSpPr>
        <p:spPr>
          <a:xfrm>
            <a:off x="3152600" y="3148400"/>
            <a:ext cx="5886800" cy="20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title" idx="2" hasCustomPrompt="1"/>
          </p:nvPr>
        </p:nvSpPr>
        <p:spPr>
          <a:xfrm>
            <a:off x="5369800" y="1696000"/>
            <a:ext cx="1452400" cy="1452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7905564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4"/>
          <p:cNvGrpSpPr/>
          <p:nvPr/>
        </p:nvGrpSpPr>
        <p:grpSpPr>
          <a:xfrm>
            <a:off x="-1813549" y="-574333"/>
            <a:ext cx="6114951" cy="7680417"/>
            <a:chOff x="-1360162" y="-430750"/>
            <a:chExt cx="4586213" cy="5760313"/>
          </a:xfrm>
        </p:grpSpPr>
        <p:sp>
          <p:nvSpPr>
            <p:cNvPr id="47" name="Google Shape;47;p4"/>
            <p:cNvSpPr/>
            <p:nvPr/>
          </p:nvSpPr>
          <p:spPr>
            <a:xfrm rot="10800000" flipH="1">
              <a:off x="-202950" y="-43075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48" name="Google Shape;48;p4"/>
            <p:cNvGrpSpPr/>
            <p:nvPr/>
          </p:nvGrpSpPr>
          <p:grpSpPr>
            <a:xfrm>
              <a:off x="-1360162" y="3445313"/>
              <a:ext cx="1885275" cy="1884250"/>
              <a:chOff x="2609275" y="3149350"/>
              <a:chExt cx="1885275" cy="1884250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</p:grpSp>
      <p:grpSp>
        <p:nvGrpSpPr>
          <p:cNvPr id="68" name="Google Shape;68;p4"/>
          <p:cNvGrpSpPr/>
          <p:nvPr/>
        </p:nvGrpSpPr>
        <p:grpSpPr>
          <a:xfrm>
            <a:off x="8142800" y="0"/>
            <a:ext cx="4049200" cy="6858000"/>
            <a:chOff x="6107100" y="0"/>
            <a:chExt cx="3036900" cy="5143500"/>
          </a:xfrm>
        </p:grpSpPr>
        <p:sp>
          <p:nvSpPr>
            <p:cNvPr id="69" name="Google Shape;69;p4"/>
            <p:cNvSpPr/>
            <p:nvPr/>
          </p:nvSpPr>
          <p:spPr>
            <a:xfrm flipH="1">
              <a:off x="6107100" y="4748700"/>
              <a:ext cx="3023100" cy="394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 rot="10800000">
              <a:off x="6928200" y="0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 flipH="1">
              <a:off x="8605675" y="3272100"/>
              <a:ext cx="530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3" name="Google Shape;73;p4"/>
          <p:cNvSpPr txBox="1">
            <a:spLocks noGrp="1"/>
          </p:cNvSpPr>
          <p:nvPr>
            <p:ph type="body" idx="1"/>
          </p:nvPr>
        </p:nvSpPr>
        <p:spPr>
          <a:xfrm>
            <a:off x="963167" y="1583467"/>
            <a:ext cx="10265600" cy="16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06773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5"/>
          <p:cNvGrpSpPr/>
          <p:nvPr/>
        </p:nvGrpSpPr>
        <p:grpSpPr>
          <a:xfrm>
            <a:off x="-270600" y="-2032316"/>
            <a:ext cx="13211933" cy="7799917"/>
            <a:chOff x="-202950" y="-1524237"/>
            <a:chExt cx="9908950" cy="5849938"/>
          </a:xfrm>
        </p:grpSpPr>
        <p:sp>
          <p:nvSpPr>
            <p:cNvPr id="78" name="Google Shape;78;p5"/>
            <p:cNvSpPr/>
            <p:nvPr/>
          </p:nvSpPr>
          <p:spPr>
            <a:xfrm rot="10800000" flipH="1">
              <a:off x="-202950" y="-43075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79" name="Google Shape;79;p5"/>
            <p:cNvGrpSpPr/>
            <p:nvPr/>
          </p:nvGrpSpPr>
          <p:grpSpPr>
            <a:xfrm>
              <a:off x="8719875" y="2230200"/>
              <a:ext cx="986125" cy="2095500"/>
              <a:chOff x="7631225" y="2241175"/>
              <a:chExt cx="986125" cy="2095500"/>
            </a:xfrm>
          </p:grpSpPr>
          <p:cxnSp>
            <p:nvCxnSpPr>
              <p:cNvPr id="80" name="Google Shape;80;p5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" name="Google Shape;85;p5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" name="Google Shape;86;p5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4" name="Google Shape;94;p5"/>
            <p:cNvGrpSpPr/>
            <p:nvPr/>
          </p:nvGrpSpPr>
          <p:grpSpPr>
            <a:xfrm>
              <a:off x="4865588" y="-1524237"/>
              <a:ext cx="1885275" cy="1884250"/>
              <a:chOff x="2609275" y="3149350"/>
              <a:chExt cx="1885275" cy="1884250"/>
            </a:xfrm>
          </p:grpSpPr>
          <p:sp>
            <p:nvSpPr>
              <p:cNvPr id="95" name="Google Shape;95;p5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13" name="Google Shape;113;p5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</p:grpSp>
      <p:grpSp>
        <p:nvGrpSpPr>
          <p:cNvPr id="114" name="Google Shape;114;p5"/>
          <p:cNvGrpSpPr/>
          <p:nvPr/>
        </p:nvGrpSpPr>
        <p:grpSpPr>
          <a:xfrm>
            <a:off x="-7838" y="196034"/>
            <a:ext cx="12748039" cy="6661967"/>
            <a:chOff x="-5879" y="147025"/>
            <a:chExt cx="9561029" cy="4996475"/>
          </a:xfrm>
        </p:grpSpPr>
        <p:sp>
          <p:nvSpPr>
            <p:cNvPr id="115" name="Google Shape;115;p5"/>
            <p:cNvSpPr/>
            <p:nvPr/>
          </p:nvSpPr>
          <p:spPr>
            <a:xfrm>
              <a:off x="0" y="4570725"/>
              <a:ext cx="3023100" cy="572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672650" y="14702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 flipH="1">
              <a:off x="6920275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-5879" y="3272100"/>
              <a:ext cx="530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subTitle" idx="1"/>
          </p:nvPr>
        </p:nvSpPr>
        <p:spPr>
          <a:xfrm>
            <a:off x="1101933" y="2780333"/>
            <a:ext cx="4688800" cy="23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subTitle" idx="2"/>
          </p:nvPr>
        </p:nvSpPr>
        <p:spPr>
          <a:xfrm>
            <a:off x="6401233" y="2780333"/>
            <a:ext cx="4688800" cy="23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52370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6"/>
          <p:cNvGrpSpPr/>
          <p:nvPr/>
        </p:nvGrpSpPr>
        <p:grpSpPr>
          <a:xfrm>
            <a:off x="-418200" y="-33"/>
            <a:ext cx="12610200" cy="6857933"/>
            <a:chOff x="-313650" y="-25"/>
            <a:chExt cx="9457650" cy="5143450"/>
          </a:xfrm>
        </p:grpSpPr>
        <p:sp>
          <p:nvSpPr>
            <p:cNvPr id="125" name="Google Shape;125;p6"/>
            <p:cNvSpPr/>
            <p:nvPr/>
          </p:nvSpPr>
          <p:spPr>
            <a:xfrm rot="10800000">
              <a:off x="8676300" y="-25"/>
              <a:ext cx="467700" cy="14568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 rot="10800000">
              <a:off x="688050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-313650" y="46040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 flipH="1">
              <a:off x="5715000" y="4681725"/>
              <a:ext cx="3429000" cy="461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29" name="Google Shape;129;p6"/>
          <p:cNvGrpSpPr/>
          <p:nvPr/>
        </p:nvGrpSpPr>
        <p:grpSpPr>
          <a:xfrm>
            <a:off x="-1553715" y="-897649"/>
            <a:ext cx="2513700" cy="2512333"/>
            <a:chOff x="2609275" y="3149350"/>
            <a:chExt cx="1885275" cy="1884250"/>
          </a:xfrm>
        </p:grpSpPr>
        <p:sp>
          <p:nvSpPr>
            <p:cNvPr id="130" name="Google Shape;130;p6"/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940646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7"/>
          <p:cNvGrpSpPr/>
          <p:nvPr/>
        </p:nvGrpSpPr>
        <p:grpSpPr>
          <a:xfrm>
            <a:off x="0" y="0"/>
            <a:ext cx="3018000" cy="2495200"/>
            <a:chOff x="0" y="0"/>
            <a:chExt cx="2263500" cy="1871400"/>
          </a:xfrm>
        </p:grpSpPr>
        <p:sp>
          <p:nvSpPr>
            <p:cNvPr id="153" name="Google Shape;153;p7"/>
            <p:cNvSpPr/>
            <p:nvPr/>
          </p:nvSpPr>
          <p:spPr>
            <a:xfrm>
              <a:off x="0" y="0"/>
              <a:ext cx="5556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55" name="Google Shape;155;p7"/>
          <p:cNvGrpSpPr/>
          <p:nvPr/>
        </p:nvGrpSpPr>
        <p:grpSpPr>
          <a:xfrm>
            <a:off x="-1873316" y="-2381766"/>
            <a:ext cx="14904967" cy="9236367"/>
            <a:chOff x="-1404987" y="-1786325"/>
            <a:chExt cx="11178725" cy="6927275"/>
          </a:xfrm>
        </p:grpSpPr>
        <p:sp>
          <p:nvSpPr>
            <p:cNvPr id="156" name="Google Shape;156;p7"/>
            <p:cNvSpPr/>
            <p:nvPr/>
          </p:nvSpPr>
          <p:spPr>
            <a:xfrm>
              <a:off x="-78450" y="452985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157" name="Google Shape;157;p7"/>
            <p:cNvGrpSpPr/>
            <p:nvPr/>
          </p:nvGrpSpPr>
          <p:grpSpPr>
            <a:xfrm>
              <a:off x="-1404987" y="2387838"/>
              <a:ext cx="1885275" cy="1884250"/>
              <a:chOff x="2609275" y="3149350"/>
              <a:chExt cx="1885275" cy="1884250"/>
            </a:xfrm>
          </p:grpSpPr>
          <p:sp>
            <p:nvSpPr>
              <p:cNvPr id="158" name="Google Shape;158;p7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sp>
          <p:nvSpPr>
            <p:cNvPr id="177" name="Google Shape;177;p7"/>
            <p:cNvSpPr/>
            <p:nvPr/>
          </p:nvSpPr>
          <p:spPr>
            <a:xfrm rot="-5400000">
              <a:off x="7447913" y="-1786325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78" name="Google Shape;178;p7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9" name="Google Shape;179;p7"/>
          <p:cNvSpPr txBox="1">
            <a:spLocks noGrp="1"/>
          </p:cNvSpPr>
          <p:nvPr>
            <p:ph type="body" idx="1"/>
          </p:nvPr>
        </p:nvSpPr>
        <p:spPr>
          <a:xfrm>
            <a:off x="963200" y="2782300"/>
            <a:ext cx="5515600" cy="24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922427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8"/>
          <p:cNvGrpSpPr/>
          <p:nvPr/>
        </p:nvGrpSpPr>
        <p:grpSpPr>
          <a:xfrm>
            <a:off x="9165168" y="0"/>
            <a:ext cx="3018000" cy="2495200"/>
            <a:chOff x="6873876" y="0"/>
            <a:chExt cx="2263500" cy="1871400"/>
          </a:xfrm>
        </p:grpSpPr>
        <p:sp>
          <p:nvSpPr>
            <p:cNvPr id="183" name="Google Shape;183;p8"/>
            <p:cNvSpPr/>
            <p:nvPr/>
          </p:nvSpPr>
          <p:spPr>
            <a:xfrm flipH="1">
              <a:off x="8414976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 rot="10800000">
              <a:off x="6873876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85" name="Google Shape;185;p8"/>
          <p:cNvGrpSpPr/>
          <p:nvPr/>
        </p:nvGrpSpPr>
        <p:grpSpPr>
          <a:xfrm>
            <a:off x="8071768" y="3202184"/>
            <a:ext cx="5763851" cy="3707635"/>
            <a:chOff x="6053826" y="2401638"/>
            <a:chExt cx="4322888" cy="2780726"/>
          </a:xfrm>
        </p:grpSpPr>
        <p:sp>
          <p:nvSpPr>
            <p:cNvPr id="186" name="Google Shape;186;p8"/>
            <p:cNvSpPr/>
            <p:nvPr/>
          </p:nvSpPr>
          <p:spPr>
            <a:xfrm flipH="1">
              <a:off x="6053826" y="4571263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187" name="Google Shape;187;p8"/>
            <p:cNvGrpSpPr/>
            <p:nvPr/>
          </p:nvGrpSpPr>
          <p:grpSpPr>
            <a:xfrm flipH="1">
              <a:off x="8491439" y="2401638"/>
              <a:ext cx="1885275" cy="1884250"/>
              <a:chOff x="2609275" y="3149350"/>
              <a:chExt cx="1885275" cy="1884250"/>
            </a:xfrm>
          </p:grpSpPr>
          <p:sp>
            <p:nvSpPr>
              <p:cNvPr id="188" name="Google Shape;188;p8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89" name="Google Shape;189;p8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90" name="Google Shape;190;p8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91" name="Google Shape;191;p8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92" name="Google Shape;192;p8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93" name="Google Shape;193;p8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94" name="Google Shape;194;p8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95" name="Google Shape;195;p8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96" name="Google Shape;196;p8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97" name="Google Shape;197;p8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02" name="Google Shape;202;p8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03" name="Google Shape;203;p8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</p:grpSp>
      <p:sp>
        <p:nvSpPr>
          <p:cNvPr id="207" name="Google Shape;207;p8"/>
          <p:cNvSpPr txBox="1">
            <a:spLocks noGrp="1"/>
          </p:cNvSpPr>
          <p:nvPr>
            <p:ph type="title"/>
          </p:nvPr>
        </p:nvSpPr>
        <p:spPr>
          <a:xfrm>
            <a:off x="2523067" y="2032000"/>
            <a:ext cx="7146000" cy="27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36345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9"/>
          <p:cNvGrpSpPr/>
          <p:nvPr/>
        </p:nvGrpSpPr>
        <p:grpSpPr>
          <a:xfrm>
            <a:off x="1" y="0"/>
            <a:ext cx="12483833" cy="6858000"/>
            <a:chOff x="0" y="0"/>
            <a:chExt cx="9362875" cy="5143500"/>
          </a:xfrm>
        </p:grpSpPr>
        <p:sp>
          <p:nvSpPr>
            <p:cNvPr id="212" name="Google Shape;212;p9"/>
            <p:cNvSpPr/>
            <p:nvPr/>
          </p:nvSpPr>
          <p:spPr>
            <a:xfrm>
              <a:off x="7925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 rot="-5400000">
              <a:off x="7825525" y="3832950"/>
              <a:ext cx="1492500" cy="11286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0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7480375" y="4702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216" name="Google Shape;216;p9"/>
          <p:cNvSpPr/>
          <p:nvPr/>
        </p:nvSpPr>
        <p:spPr>
          <a:xfrm rot="5400000">
            <a:off x="4913567" y="6439501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17" name="Google Shape;217;p9"/>
          <p:cNvSpPr txBox="1">
            <a:spLocks noGrp="1"/>
          </p:cNvSpPr>
          <p:nvPr>
            <p:ph type="title"/>
          </p:nvPr>
        </p:nvSpPr>
        <p:spPr>
          <a:xfrm>
            <a:off x="3107600" y="2291051"/>
            <a:ext cx="5976800" cy="98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18" name="Google Shape;218;p9"/>
          <p:cNvSpPr txBox="1">
            <a:spLocks noGrp="1"/>
          </p:cNvSpPr>
          <p:nvPr>
            <p:ph type="subTitle" idx="1"/>
          </p:nvPr>
        </p:nvSpPr>
        <p:spPr>
          <a:xfrm>
            <a:off x="3107600" y="3115352"/>
            <a:ext cx="5976800" cy="1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8027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10"/>
          <p:cNvSpPr txBox="1">
            <a:spLocks noGrp="1"/>
          </p:cNvSpPr>
          <p:nvPr>
            <p:ph type="title"/>
          </p:nvPr>
        </p:nvSpPr>
        <p:spPr>
          <a:xfrm>
            <a:off x="1303800" y="5377433"/>
            <a:ext cx="9584400" cy="763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615438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11"/>
          <p:cNvGrpSpPr/>
          <p:nvPr/>
        </p:nvGrpSpPr>
        <p:grpSpPr>
          <a:xfrm>
            <a:off x="-1873316" y="-2381766"/>
            <a:ext cx="9696133" cy="9373367"/>
            <a:chOff x="-1404987" y="-1786325"/>
            <a:chExt cx="7272100" cy="7030025"/>
          </a:xfrm>
        </p:grpSpPr>
        <p:sp>
          <p:nvSpPr>
            <p:cNvPr id="225" name="Google Shape;225;p11"/>
            <p:cNvSpPr/>
            <p:nvPr/>
          </p:nvSpPr>
          <p:spPr>
            <a:xfrm>
              <a:off x="-76200" y="4632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26" name="Google Shape;226;p11"/>
            <p:cNvGrpSpPr/>
            <p:nvPr/>
          </p:nvGrpSpPr>
          <p:grpSpPr>
            <a:xfrm>
              <a:off x="-1404987" y="2387838"/>
              <a:ext cx="1885275" cy="1884250"/>
              <a:chOff x="2609275" y="3149350"/>
              <a:chExt cx="1885275" cy="1884250"/>
            </a:xfrm>
          </p:grpSpPr>
          <p:sp>
            <p:nvSpPr>
              <p:cNvPr id="227" name="Google Shape;227;p11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40" name="Google Shape;240;p11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43" name="Google Shape;243;p11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44" name="Google Shape;244;p11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sp>
          <p:nvSpPr>
            <p:cNvPr id="246" name="Google Shape;246;p11"/>
            <p:cNvSpPr/>
            <p:nvPr/>
          </p:nvSpPr>
          <p:spPr>
            <a:xfrm rot="-5400000">
              <a:off x="3541288" y="-1786325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47" name="Google Shape;247;p11"/>
          <p:cNvSpPr txBox="1">
            <a:spLocks noGrp="1"/>
          </p:cNvSpPr>
          <p:nvPr>
            <p:ph type="title" hasCustomPrompt="1"/>
          </p:nvPr>
        </p:nvSpPr>
        <p:spPr>
          <a:xfrm>
            <a:off x="1987415" y="2337300"/>
            <a:ext cx="8217200" cy="15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48" name="Google Shape;248;p11"/>
          <p:cNvSpPr txBox="1">
            <a:spLocks noGrp="1"/>
          </p:cNvSpPr>
          <p:nvPr>
            <p:ph type="subTitle" idx="1"/>
          </p:nvPr>
        </p:nvSpPr>
        <p:spPr>
          <a:xfrm>
            <a:off x="1987367" y="3934700"/>
            <a:ext cx="8217200" cy="5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249" name="Google Shape;249;p11"/>
          <p:cNvGrpSpPr/>
          <p:nvPr/>
        </p:nvGrpSpPr>
        <p:grpSpPr>
          <a:xfrm>
            <a:off x="0" y="0"/>
            <a:ext cx="3018000" cy="2495200"/>
            <a:chOff x="0" y="0"/>
            <a:chExt cx="2263500" cy="1871400"/>
          </a:xfrm>
        </p:grpSpPr>
        <p:sp>
          <p:nvSpPr>
            <p:cNvPr id="250" name="Google Shape;250;p11"/>
            <p:cNvSpPr/>
            <p:nvPr/>
          </p:nvSpPr>
          <p:spPr>
            <a:xfrm>
              <a:off x="0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1" name="Google Shape;251;p11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19102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82596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13"/>
          <p:cNvGrpSpPr/>
          <p:nvPr/>
        </p:nvGrpSpPr>
        <p:grpSpPr>
          <a:xfrm>
            <a:off x="-399" y="-16"/>
            <a:ext cx="12484233" cy="6857984"/>
            <a:chOff x="-300" y="-12"/>
            <a:chExt cx="9363175" cy="5143488"/>
          </a:xfrm>
        </p:grpSpPr>
        <p:sp>
          <p:nvSpPr>
            <p:cNvPr id="256" name="Google Shape;256;p13"/>
            <p:cNvSpPr/>
            <p:nvPr/>
          </p:nvSpPr>
          <p:spPr>
            <a:xfrm>
              <a:off x="8421575" y="3272075"/>
              <a:ext cx="7173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7" name="Google Shape;257;p13"/>
            <p:cNvSpPr/>
            <p:nvPr/>
          </p:nvSpPr>
          <p:spPr>
            <a:xfrm rot="5400000">
              <a:off x="-568800" y="568500"/>
              <a:ext cx="1759500" cy="6225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8" name="Google Shape;258;p13"/>
            <p:cNvSpPr/>
            <p:nvPr/>
          </p:nvSpPr>
          <p:spPr>
            <a:xfrm rot="10800000" flipH="1">
              <a:off x="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7480375" y="46543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60" name="Google Shape;260;p13"/>
          <p:cNvGrpSpPr/>
          <p:nvPr/>
        </p:nvGrpSpPr>
        <p:grpSpPr>
          <a:xfrm>
            <a:off x="-1072516" y="-104434"/>
            <a:ext cx="14814967" cy="9035667"/>
            <a:chOff x="-804387" y="-78325"/>
            <a:chExt cx="11111225" cy="6776750"/>
          </a:xfrm>
        </p:grpSpPr>
        <p:sp>
          <p:nvSpPr>
            <p:cNvPr id="261" name="Google Shape;261;p13"/>
            <p:cNvSpPr/>
            <p:nvPr/>
          </p:nvSpPr>
          <p:spPr>
            <a:xfrm rot="10800000">
              <a:off x="5782225" y="-78325"/>
              <a:ext cx="3429000" cy="5826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62" name="Google Shape;262;p13"/>
            <p:cNvGrpSpPr/>
            <p:nvPr/>
          </p:nvGrpSpPr>
          <p:grpSpPr>
            <a:xfrm>
              <a:off x="-387025" y="1052225"/>
              <a:ext cx="910269" cy="2095500"/>
              <a:chOff x="7631225" y="2241175"/>
              <a:chExt cx="910269" cy="2095500"/>
            </a:xfrm>
          </p:grpSpPr>
          <p:cxnSp>
            <p:nvCxnSpPr>
              <p:cNvPr id="263" name="Google Shape;263;p13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3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" name="Google Shape;265;p13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6" name="Google Shape;266;p13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13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8" name="Google Shape;268;p13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" name="Google Shape;269;p13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13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13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13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13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13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13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6" name="Google Shape;276;p13"/>
            <p:cNvGrpSpPr/>
            <p:nvPr/>
          </p:nvGrpSpPr>
          <p:grpSpPr>
            <a:xfrm>
              <a:off x="8421563" y="946050"/>
              <a:ext cx="1885275" cy="1884250"/>
              <a:chOff x="2609275" y="3149350"/>
              <a:chExt cx="1885275" cy="1884250"/>
            </a:xfrm>
          </p:grpSpPr>
          <p:sp>
            <p:nvSpPr>
              <p:cNvPr id="277" name="Google Shape;277;p1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sp>
          <p:nvSpPr>
            <p:cNvPr id="296" name="Google Shape;296;p13"/>
            <p:cNvSpPr/>
            <p:nvPr/>
          </p:nvSpPr>
          <p:spPr>
            <a:xfrm rot="5400000">
              <a:off x="-804387" y="4372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97" name="Google Shape;297;p13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8" name="Google Shape;298;p13"/>
          <p:cNvSpPr txBox="1">
            <a:spLocks noGrp="1"/>
          </p:cNvSpPr>
          <p:nvPr>
            <p:ph type="title" idx="2" hasCustomPrompt="1"/>
          </p:nvPr>
        </p:nvSpPr>
        <p:spPr>
          <a:xfrm>
            <a:off x="2029707" y="1858600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99" name="Google Shape;299;p13"/>
          <p:cNvSpPr txBox="1">
            <a:spLocks noGrp="1"/>
          </p:cNvSpPr>
          <p:nvPr>
            <p:ph type="title" idx="3" hasCustomPrompt="1"/>
          </p:nvPr>
        </p:nvSpPr>
        <p:spPr>
          <a:xfrm>
            <a:off x="6984040" y="1858600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300" name="Google Shape;300;p13"/>
          <p:cNvSpPr txBox="1">
            <a:spLocks noGrp="1"/>
          </p:cNvSpPr>
          <p:nvPr>
            <p:ph type="title" idx="4" hasCustomPrompt="1"/>
          </p:nvPr>
        </p:nvSpPr>
        <p:spPr>
          <a:xfrm>
            <a:off x="2029740" y="3326167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301" name="Google Shape;301;p13"/>
          <p:cNvSpPr txBox="1">
            <a:spLocks noGrp="1"/>
          </p:cNvSpPr>
          <p:nvPr>
            <p:ph type="title" idx="5" hasCustomPrompt="1"/>
          </p:nvPr>
        </p:nvSpPr>
        <p:spPr>
          <a:xfrm>
            <a:off x="2029740" y="4793733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302" name="Google Shape;302;p13"/>
          <p:cNvSpPr txBox="1">
            <a:spLocks noGrp="1"/>
          </p:cNvSpPr>
          <p:nvPr>
            <p:ph type="subTitle" idx="1"/>
          </p:nvPr>
        </p:nvSpPr>
        <p:spPr>
          <a:xfrm>
            <a:off x="3264524" y="2024200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3" name="Google Shape;303;p13"/>
          <p:cNvSpPr txBox="1">
            <a:spLocks noGrp="1"/>
          </p:cNvSpPr>
          <p:nvPr>
            <p:ph type="subTitle" idx="6"/>
          </p:nvPr>
        </p:nvSpPr>
        <p:spPr>
          <a:xfrm>
            <a:off x="8218693" y="2024200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4" name="Google Shape;304;p13"/>
          <p:cNvSpPr txBox="1">
            <a:spLocks noGrp="1"/>
          </p:cNvSpPr>
          <p:nvPr>
            <p:ph type="subTitle" idx="7"/>
          </p:nvPr>
        </p:nvSpPr>
        <p:spPr>
          <a:xfrm>
            <a:off x="3264524" y="3491767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5" name="Google Shape;305;p13"/>
          <p:cNvSpPr txBox="1">
            <a:spLocks noGrp="1"/>
          </p:cNvSpPr>
          <p:nvPr>
            <p:ph type="subTitle" idx="8"/>
          </p:nvPr>
        </p:nvSpPr>
        <p:spPr>
          <a:xfrm>
            <a:off x="3264360" y="4959333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6" name="Google Shape;306;p13"/>
          <p:cNvSpPr txBox="1">
            <a:spLocks noGrp="1"/>
          </p:cNvSpPr>
          <p:nvPr>
            <p:ph type="title" idx="9" hasCustomPrompt="1"/>
          </p:nvPr>
        </p:nvSpPr>
        <p:spPr>
          <a:xfrm>
            <a:off x="6983941" y="3326167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307" name="Google Shape;307;p13"/>
          <p:cNvSpPr txBox="1">
            <a:spLocks noGrp="1"/>
          </p:cNvSpPr>
          <p:nvPr>
            <p:ph type="title" idx="13" hasCustomPrompt="1"/>
          </p:nvPr>
        </p:nvSpPr>
        <p:spPr>
          <a:xfrm>
            <a:off x="6983943" y="4793733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308" name="Google Shape;308;p13"/>
          <p:cNvSpPr txBox="1">
            <a:spLocks noGrp="1"/>
          </p:cNvSpPr>
          <p:nvPr>
            <p:ph type="subTitle" idx="14"/>
          </p:nvPr>
        </p:nvSpPr>
        <p:spPr>
          <a:xfrm>
            <a:off x="8218575" y="3491767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9" name="Google Shape;309;p13"/>
          <p:cNvSpPr txBox="1">
            <a:spLocks noGrp="1"/>
          </p:cNvSpPr>
          <p:nvPr>
            <p:ph type="subTitle" idx="15"/>
          </p:nvPr>
        </p:nvSpPr>
        <p:spPr>
          <a:xfrm>
            <a:off x="8218573" y="4959333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97913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14"/>
          <p:cNvGrpSpPr/>
          <p:nvPr/>
        </p:nvGrpSpPr>
        <p:grpSpPr>
          <a:xfrm>
            <a:off x="-1726049" y="-1214766"/>
            <a:ext cx="13612300" cy="6048751"/>
            <a:chOff x="-1294537" y="-911075"/>
            <a:chExt cx="10209225" cy="4536563"/>
          </a:xfrm>
        </p:grpSpPr>
        <p:sp>
          <p:nvSpPr>
            <p:cNvPr id="312" name="Google Shape;312;p14"/>
            <p:cNvSpPr/>
            <p:nvPr/>
          </p:nvSpPr>
          <p:spPr>
            <a:xfrm rot="10800000" flipH="1">
              <a:off x="-125475" y="-71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313" name="Google Shape;313;p14"/>
            <p:cNvGrpSpPr/>
            <p:nvPr/>
          </p:nvGrpSpPr>
          <p:grpSpPr>
            <a:xfrm>
              <a:off x="7928563" y="-911075"/>
              <a:ext cx="986125" cy="2095500"/>
              <a:chOff x="7631225" y="2241175"/>
              <a:chExt cx="986125" cy="2095500"/>
            </a:xfrm>
          </p:grpSpPr>
          <p:cxnSp>
            <p:nvCxnSpPr>
              <p:cNvPr id="314" name="Google Shape;314;p14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" name="Google Shape;315;p14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4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14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" name="Google Shape;318;p14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" name="Google Shape;322;p14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" name="Google Shape;323;p14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14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14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14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14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28" name="Google Shape;328;p14"/>
            <p:cNvGrpSpPr/>
            <p:nvPr/>
          </p:nvGrpSpPr>
          <p:grpSpPr>
            <a:xfrm>
              <a:off x="-1294537" y="1741238"/>
              <a:ext cx="1885275" cy="1884250"/>
              <a:chOff x="2609275" y="3149350"/>
              <a:chExt cx="1885275" cy="1884250"/>
            </a:xfrm>
          </p:grpSpPr>
          <p:sp>
            <p:nvSpPr>
              <p:cNvPr id="329" name="Google Shape;329;p14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0" name="Google Shape;330;p14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1" name="Google Shape;331;p14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7" name="Google Shape;337;p14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8" name="Google Shape;338;p14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9" name="Google Shape;339;p14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40" name="Google Shape;340;p14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41" name="Google Shape;341;p14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42" name="Google Shape;342;p14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43" name="Google Shape;343;p14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44" name="Google Shape;344;p14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45" name="Google Shape;345;p14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46" name="Google Shape;346;p14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47" name="Google Shape;347;p14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</p:grpSp>
      <p:pic>
        <p:nvPicPr>
          <p:cNvPr id="348" name="Google Shape;34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4"/>
          <p:cNvSpPr/>
          <p:nvPr/>
        </p:nvSpPr>
        <p:spPr>
          <a:xfrm>
            <a:off x="10567" y="6436333"/>
            <a:ext cx="3018000" cy="418400"/>
          </a:xfrm>
          <a:prstGeom prst="round1Rect">
            <a:avLst>
              <a:gd name="adj" fmla="val 50000"/>
            </a:avLst>
          </a:prstGeom>
          <a:solidFill>
            <a:srgbClr val="006DF5">
              <a:alpha val="405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50" name="Google Shape;350;p14"/>
          <p:cNvSpPr txBox="1">
            <a:spLocks noGrp="1"/>
          </p:cNvSpPr>
          <p:nvPr>
            <p:ph type="title"/>
          </p:nvPr>
        </p:nvSpPr>
        <p:spPr>
          <a:xfrm>
            <a:off x="1638133" y="3941771"/>
            <a:ext cx="891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51" name="Google Shape;351;p14"/>
          <p:cNvSpPr txBox="1">
            <a:spLocks noGrp="1"/>
          </p:cNvSpPr>
          <p:nvPr>
            <p:ph type="subTitle" idx="1"/>
          </p:nvPr>
        </p:nvSpPr>
        <p:spPr>
          <a:xfrm>
            <a:off x="1638133" y="2051033"/>
            <a:ext cx="8915600" cy="198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3900642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15"/>
          <p:cNvGrpSpPr/>
          <p:nvPr/>
        </p:nvGrpSpPr>
        <p:grpSpPr>
          <a:xfrm>
            <a:off x="9216001" y="0"/>
            <a:ext cx="3267833" cy="6875163"/>
            <a:chOff x="6912000" y="0"/>
            <a:chExt cx="2450875" cy="5156372"/>
          </a:xfrm>
        </p:grpSpPr>
        <p:sp>
          <p:nvSpPr>
            <p:cNvPr id="355" name="Google Shape;355;p15"/>
            <p:cNvSpPr/>
            <p:nvPr/>
          </p:nvSpPr>
          <p:spPr>
            <a:xfrm rot="10800000">
              <a:off x="8516400" y="3699572"/>
              <a:ext cx="627600" cy="14568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7480375" y="46842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10800000">
              <a:off x="6912000" y="0"/>
              <a:ext cx="2232000" cy="461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-2904150" y="1236213"/>
            <a:ext cx="6805151" cy="5772988"/>
            <a:chOff x="-2178113" y="927159"/>
            <a:chExt cx="5103863" cy="4329741"/>
          </a:xfrm>
        </p:grpSpPr>
        <p:sp>
          <p:nvSpPr>
            <p:cNvPr id="359" name="Google Shape;359;p15"/>
            <p:cNvSpPr/>
            <p:nvPr/>
          </p:nvSpPr>
          <p:spPr>
            <a:xfrm rot="8100000">
              <a:off x="-1696423" y="1408849"/>
              <a:ext cx="2325803" cy="2325803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-78450" y="4684200"/>
              <a:ext cx="3004200" cy="5727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361" name="Google Shape;361;p15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2377941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16"/>
          <p:cNvGrpSpPr/>
          <p:nvPr/>
        </p:nvGrpSpPr>
        <p:grpSpPr>
          <a:xfrm>
            <a:off x="-551400" y="2610668"/>
            <a:ext cx="14293851" cy="3082217"/>
            <a:chOff x="-413550" y="1958000"/>
            <a:chExt cx="10720388" cy="2311663"/>
          </a:xfrm>
        </p:grpSpPr>
        <p:grpSp>
          <p:nvGrpSpPr>
            <p:cNvPr id="365" name="Google Shape;365;p16"/>
            <p:cNvGrpSpPr/>
            <p:nvPr/>
          </p:nvGrpSpPr>
          <p:grpSpPr>
            <a:xfrm>
              <a:off x="8421563" y="2385413"/>
              <a:ext cx="1885275" cy="1884250"/>
              <a:chOff x="2609275" y="3149350"/>
              <a:chExt cx="1885275" cy="1884250"/>
            </a:xfrm>
          </p:grpSpPr>
          <p:sp>
            <p:nvSpPr>
              <p:cNvPr id="366" name="Google Shape;366;p16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5" name="Google Shape;375;p16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6" name="Google Shape;376;p16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82" name="Google Shape;382;p16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83" name="Google Shape;383;p16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84" name="Google Shape;384;p16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grpSp>
          <p:nvGrpSpPr>
            <p:cNvPr id="385" name="Google Shape;385;p16"/>
            <p:cNvGrpSpPr/>
            <p:nvPr/>
          </p:nvGrpSpPr>
          <p:grpSpPr>
            <a:xfrm>
              <a:off x="-413550" y="1958000"/>
              <a:ext cx="986125" cy="2095500"/>
              <a:chOff x="7631225" y="2241175"/>
              <a:chExt cx="986125" cy="2095500"/>
            </a:xfrm>
          </p:grpSpPr>
          <p:cxnSp>
            <p:nvCxnSpPr>
              <p:cNvPr id="386" name="Google Shape;386;p16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6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8" name="Google Shape;388;p16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9" name="Google Shape;389;p16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0" name="Google Shape;390;p16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1" name="Google Shape;391;p16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2" name="Google Shape;392;p16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16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4" name="Google Shape;394;p16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16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6" name="Google Shape;396;p16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7" name="Google Shape;397;p16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8" name="Google Shape;398;p16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9" name="Google Shape;399;p16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00" name="Google Shape;400;p16"/>
          <p:cNvGrpSpPr/>
          <p:nvPr/>
        </p:nvGrpSpPr>
        <p:grpSpPr>
          <a:xfrm>
            <a:off x="10568" y="-33"/>
            <a:ext cx="12181433" cy="6858017"/>
            <a:chOff x="7925" y="-25"/>
            <a:chExt cx="9136075" cy="5143513"/>
          </a:xfrm>
        </p:grpSpPr>
        <p:sp>
          <p:nvSpPr>
            <p:cNvPr id="401" name="Google Shape;401;p16"/>
            <p:cNvSpPr/>
            <p:nvPr/>
          </p:nvSpPr>
          <p:spPr>
            <a:xfrm>
              <a:off x="7925" y="4829688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7504200" y="-25"/>
              <a:ext cx="1639800" cy="4248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403" name="Google Shape;403;p16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782476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7"/>
          <p:cNvSpPr/>
          <p:nvPr/>
        </p:nvSpPr>
        <p:spPr>
          <a:xfrm rot="-5400000">
            <a:off x="9590701" y="6138651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407" name="Google Shape;407;p17"/>
          <p:cNvGrpSpPr/>
          <p:nvPr/>
        </p:nvGrpSpPr>
        <p:grpSpPr>
          <a:xfrm>
            <a:off x="-670467" y="-15"/>
            <a:ext cx="12862467" cy="6858017"/>
            <a:chOff x="-502850" y="-12"/>
            <a:chExt cx="9646850" cy="5143513"/>
          </a:xfrm>
        </p:grpSpPr>
        <p:sp>
          <p:nvSpPr>
            <p:cNvPr id="408" name="Google Shape;408;p17"/>
            <p:cNvSpPr/>
            <p:nvPr/>
          </p:nvSpPr>
          <p:spPr>
            <a:xfrm rot="10800000">
              <a:off x="688050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-502850" y="3138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0" y="2817600"/>
              <a:ext cx="593700" cy="23259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0" y="4780475"/>
              <a:ext cx="1882500" cy="3630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412" name="Google Shape;412;p17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883576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18"/>
          <p:cNvGrpSpPr/>
          <p:nvPr/>
        </p:nvGrpSpPr>
        <p:grpSpPr>
          <a:xfrm>
            <a:off x="0" y="5161067"/>
            <a:ext cx="3018000" cy="1696967"/>
            <a:chOff x="0" y="3870800"/>
            <a:chExt cx="2263500" cy="1272725"/>
          </a:xfrm>
        </p:grpSpPr>
        <p:sp>
          <p:nvSpPr>
            <p:cNvPr id="416" name="Google Shape;416;p18"/>
            <p:cNvSpPr/>
            <p:nvPr/>
          </p:nvSpPr>
          <p:spPr>
            <a:xfrm>
              <a:off x="0" y="3870800"/>
              <a:ext cx="986100" cy="12726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0" y="4829725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418" name="Google Shape;418;p18"/>
          <p:cNvSpPr/>
          <p:nvPr/>
        </p:nvSpPr>
        <p:spPr>
          <a:xfrm rot="-5400000">
            <a:off x="10989267" y="2076467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19" name="Google Shape;419;p18"/>
          <p:cNvSpPr txBox="1">
            <a:spLocks noGrp="1"/>
          </p:cNvSpPr>
          <p:nvPr>
            <p:ph type="title"/>
          </p:nvPr>
        </p:nvSpPr>
        <p:spPr>
          <a:xfrm>
            <a:off x="3258733" y="2359051"/>
            <a:ext cx="5674400" cy="151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9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20" name="Google Shape;420;p18"/>
          <p:cNvSpPr txBox="1">
            <a:spLocks noGrp="1"/>
          </p:cNvSpPr>
          <p:nvPr>
            <p:ph type="subTitle" idx="1"/>
          </p:nvPr>
        </p:nvSpPr>
        <p:spPr>
          <a:xfrm>
            <a:off x="3258733" y="3593355"/>
            <a:ext cx="5674400" cy="9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861690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" name="Google Shape;423;p19"/>
          <p:cNvGrpSpPr/>
          <p:nvPr/>
        </p:nvGrpSpPr>
        <p:grpSpPr>
          <a:xfrm>
            <a:off x="9174739" y="0"/>
            <a:ext cx="3018000" cy="2495200"/>
            <a:chOff x="6881054" y="0"/>
            <a:chExt cx="2263500" cy="1871400"/>
          </a:xfrm>
        </p:grpSpPr>
        <p:sp>
          <p:nvSpPr>
            <p:cNvPr id="424" name="Google Shape;424;p19"/>
            <p:cNvSpPr/>
            <p:nvPr/>
          </p:nvSpPr>
          <p:spPr>
            <a:xfrm flipH="1">
              <a:off x="8664252" y="0"/>
              <a:ext cx="4803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25" name="Google Shape;425;p19"/>
            <p:cNvSpPr/>
            <p:nvPr/>
          </p:nvSpPr>
          <p:spPr>
            <a:xfrm rot="10800000">
              <a:off x="6881054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26" name="Google Shape;426;p19"/>
          <p:cNvGrpSpPr/>
          <p:nvPr/>
        </p:nvGrpSpPr>
        <p:grpSpPr>
          <a:xfrm>
            <a:off x="-682228" y="-198200"/>
            <a:ext cx="4752200" cy="4734767"/>
            <a:chOff x="-511671" y="-148650"/>
            <a:chExt cx="3564150" cy="3551075"/>
          </a:xfrm>
        </p:grpSpPr>
        <p:sp>
          <p:nvSpPr>
            <p:cNvPr id="427" name="Google Shape;427;p19"/>
            <p:cNvSpPr/>
            <p:nvPr/>
          </p:nvSpPr>
          <p:spPr>
            <a:xfrm rot="10800000" flipH="1">
              <a:off x="-109521" y="-14865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428" name="Google Shape;428;p19"/>
            <p:cNvGrpSpPr/>
            <p:nvPr/>
          </p:nvGrpSpPr>
          <p:grpSpPr>
            <a:xfrm flipH="1">
              <a:off x="-511671" y="1306925"/>
              <a:ext cx="986125" cy="2095500"/>
              <a:chOff x="7631225" y="2241175"/>
              <a:chExt cx="986125" cy="2095500"/>
            </a:xfrm>
          </p:grpSpPr>
          <p:cxnSp>
            <p:nvCxnSpPr>
              <p:cNvPr id="429" name="Google Shape;429;p19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0" name="Google Shape;430;p19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1" name="Google Shape;431;p19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19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3" name="Google Shape;433;p19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4" name="Google Shape;434;p19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5" name="Google Shape;435;p19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6" name="Google Shape;436;p19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7" name="Google Shape;437;p19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8" name="Google Shape;438;p19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9" name="Google Shape;439;p19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0" name="Google Shape;440;p19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1" name="Google Shape;441;p19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19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43" name="Google Shape;443;p19"/>
          <p:cNvSpPr txBox="1">
            <a:spLocks noGrp="1"/>
          </p:cNvSpPr>
          <p:nvPr>
            <p:ph type="title"/>
          </p:nvPr>
        </p:nvSpPr>
        <p:spPr>
          <a:xfrm>
            <a:off x="1270000" y="2061833"/>
            <a:ext cx="4434000" cy="18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44" name="Google Shape;444;p19"/>
          <p:cNvSpPr txBox="1">
            <a:spLocks noGrp="1"/>
          </p:cNvSpPr>
          <p:nvPr>
            <p:ph type="subTitle" idx="1"/>
          </p:nvPr>
        </p:nvSpPr>
        <p:spPr>
          <a:xfrm>
            <a:off x="1270000" y="3840200"/>
            <a:ext cx="4434000" cy="9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45" name="Google Shape;445;p19"/>
          <p:cNvSpPr>
            <a:spLocks noGrp="1"/>
          </p:cNvSpPr>
          <p:nvPr>
            <p:ph type="pic" idx="2"/>
          </p:nvPr>
        </p:nvSpPr>
        <p:spPr>
          <a:xfrm>
            <a:off x="6219267" y="719333"/>
            <a:ext cx="5009600" cy="54192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060823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8" name="Google Shape;448;p20"/>
          <p:cNvGrpSpPr/>
          <p:nvPr/>
        </p:nvGrpSpPr>
        <p:grpSpPr>
          <a:xfrm>
            <a:off x="1" y="0"/>
            <a:ext cx="12736100" cy="6858000"/>
            <a:chOff x="0" y="0"/>
            <a:chExt cx="9552075" cy="5143500"/>
          </a:xfrm>
        </p:grpSpPr>
        <p:sp>
          <p:nvSpPr>
            <p:cNvPr id="449" name="Google Shape;449;p20"/>
            <p:cNvSpPr/>
            <p:nvPr/>
          </p:nvSpPr>
          <p:spPr>
            <a:xfrm>
              <a:off x="0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50" name="Google Shape;450;p20"/>
            <p:cNvSpPr/>
            <p:nvPr/>
          </p:nvSpPr>
          <p:spPr>
            <a:xfrm flipH="1">
              <a:off x="6114300" y="4426500"/>
              <a:ext cx="3029700" cy="7170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51" name="Google Shape;451;p20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53" name="Google Shape;453;p20"/>
          <p:cNvGrpSpPr/>
          <p:nvPr/>
        </p:nvGrpSpPr>
        <p:grpSpPr>
          <a:xfrm>
            <a:off x="420017" y="-1772934"/>
            <a:ext cx="11918784" cy="10264051"/>
            <a:chOff x="315013" y="-1329700"/>
            <a:chExt cx="8939088" cy="7698038"/>
          </a:xfrm>
        </p:grpSpPr>
        <p:sp>
          <p:nvSpPr>
            <p:cNvPr id="454" name="Google Shape;454;p20"/>
            <p:cNvSpPr/>
            <p:nvPr/>
          </p:nvSpPr>
          <p:spPr>
            <a:xfrm rot="10800000">
              <a:off x="6092100" y="-71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455" name="Google Shape;455;p20"/>
            <p:cNvGrpSpPr/>
            <p:nvPr/>
          </p:nvGrpSpPr>
          <p:grpSpPr>
            <a:xfrm>
              <a:off x="3316738" y="-1329700"/>
              <a:ext cx="986125" cy="2095500"/>
              <a:chOff x="7631225" y="2241175"/>
              <a:chExt cx="986125" cy="2095500"/>
            </a:xfrm>
          </p:grpSpPr>
          <p:cxnSp>
            <p:nvCxnSpPr>
              <p:cNvPr id="456" name="Google Shape;456;p20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20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20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20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0" name="Google Shape;460;p20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1" name="Google Shape;461;p20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2" name="Google Shape;462;p20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3" name="Google Shape;463;p20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20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5" name="Google Shape;465;p20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6" name="Google Shape;466;p20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20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8" name="Google Shape;468;p20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9" name="Google Shape;469;p20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70" name="Google Shape;470;p20"/>
            <p:cNvGrpSpPr/>
            <p:nvPr/>
          </p:nvGrpSpPr>
          <p:grpSpPr>
            <a:xfrm>
              <a:off x="315013" y="4484088"/>
              <a:ext cx="1885275" cy="1884250"/>
              <a:chOff x="2609275" y="3149350"/>
              <a:chExt cx="1885275" cy="1884250"/>
            </a:xfrm>
          </p:grpSpPr>
          <p:sp>
            <p:nvSpPr>
              <p:cNvPr id="471" name="Google Shape;471;p20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83" name="Google Shape;483;p20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</p:grpSp>
      <p:sp>
        <p:nvSpPr>
          <p:cNvPr id="490" name="Google Shape;490;p20"/>
          <p:cNvSpPr txBox="1">
            <a:spLocks noGrp="1"/>
          </p:cNvSpPr>
          <p:nvPr>
            <p:ph type="title"/>
          </p:nvPr>
        </p:nvSpPr>
        <p:spPr>
          <a:xfrm>
            <a:off x="1533533" y="2380600"/>
            <a:ext cx="4039600" cy="122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91" name="Google Shape;491;p20"/>
          <p:cNvSpPr txBox="1">
            <a:spLocks noGrp="1"/>
          </p:cNvSpPr>
          <p:nvPr>
            <p:ph type="subTitle" idx="1"/>
          </p:nvPr>
        </p:nvSpPr>
        <p:spPr>
          <a:xfrm>
            <a:off x="1533533" y="3521365"/>
            <a:ext cx="4039600" cy="9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032742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4" name="Google Shape;494;p21"/>
          <p:cNvGrpSpPr/>
          <p:nvPr/>
        </p:nvGrpSpPr>
        <p:grpSpPr>
          <a:xfrm>
            <a:off x="-347050" y="-1833133"/>
            <a:ext cx="12528484" cy="8789333"/>
            <a:chOff x="-260288" y="-1374850"/>
            <a:chExt cx="9396363" cy="6592000"/>
          </a:xfrm>
        </p:grpSpPr>
        <p:sp>
          <p:nvSpPr>
            <p:cNvPr id="495" name="Google Shape;495;p21"/>
            <p:cNvSpPr/>
            <p:nvPr/>
          </p:nvSpPr>
          <p:spPr>
            <a:xfrm>
              <a:off x="-78450" y="460605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496" name="Google Shape;496;p21"/>
            <p:cNvGrpSpPr/>
            <p:nvPr/>
          </p:nvGrpSpPr>
          <p:grpSpPr>
            <a:xfrm>
              <a:off x="-218875" y="-13775"/>
              <a:ext cx="9354950" cy="5157275"/>
              <a:chOff x="-218875" y="-13775"/>
              <a:chExt cx="9354950" cy="5157275"/>
            </a:xfrm>
          </p:grpSpPr>
          <p:sp>
            <p:nvSpPr>
              <p:cNvPr id="497" name="Google Shape;497;p21"/>
              <p:cNvSpPr/>
              <p:nvPr/>
            </p:nvSpPr>
            <p:spPr>
              <a:xfrm rot="10800000">
                <a:off x="8413675" y="3272100"/>
                <a:ext cx="722400" cy="1871400"/>
              </a:xfrm>
              <a:prstGeom prst="rect">
                <a:avLst/>
              </a:prstGeom>
              <a:solidFill>
                <a:srgbClr val="63DBF5">
                  <a:alpha val="6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  <p:sp>
            <p:nvSpPr>
              <p:cNvPr id="498" name="Google Shape;498;p21"/>
              <p:cNvSpPr/>
              <p:nvPr/>
            </p:nvSpPr>
            <p:spPr>
              <a:xfrm rot="10800000" flipH="1">
                <a:off x="-11111" y="-13775"/>
                <a:ext cx="1277100" cy="1122300"/>
              </a:xfrm>
              <a:prstGeom prst="round1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  <p:sp>
            <p:nvSpPr>
              <p:cNvPr id="499" name="Google Shape;499;p21"/>
              <p:cNvSpPr/>
              <p:nvPr/>
            </p:nvSpPr>
            <p:spPr>
              <a:xfrm flipH="1">
                <a:off x="6872575" y="4829700"/>
                <a:ext cx="2263500" cy="313800"/>
              </a:xfrm>
              <a:prstGeom prst="round1Rect">
                <a:avLst>
                  <a:gd name="adj" fmla="val 50000"/>
                </a:avLst>
              </a:prstGeom>
              <a:solidFill>
                <a:srgbClr val="006DF5">
                  <a:alpha val="40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  <p:sp>
            <p:nvSpPr>
              <p:cNvPr id="500" name="Google Shape;500;p21"/>
              <p:cNvSpPr/>
              <p:nvPr/>
            </p:nvSpPr>
            <p:spPr>
              <a:xfrm>
                <a:off x="-218875" y="307100"/>
                <a:ext cx="1882500" cy="213000"/>
              </a:xfrm>
              <a:prstGeom prst="roundRect">
                <a:avLst>
                  <a:gd name="adj" fmla="val 50000"/>
                </a:avLst>
              </a:prstGeom>
              <a:solidFill>
                <a:srgbClr val="516CEE">
                  <a:alpha val="60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  <p:grpSp>
          <p:nvGrpSpPr>
            <p:cNvPr id="501" name="Google Shape;501;p21"/>
            <p:cNvGrpSpPr/>
            <p:nvPr/>
          </p:nvGrpSpPr>
          <p:grpSpPr>
            <a:xfrm>
              <a:off x="-260288" y="1809525"/>
              <a:ext cx="986125" cy="2095500"/>
              <a:chOff x="7631225" y="2241175"/>
              <a:chExt cx="986125" cy="2095500"/>
            </a:xfrm>
          </p:grpSpPr>
          <p:cxnSp>
            <p:nvCxnSpPr>
              <p:cNvPr id="502" name="Google Shape;502;p21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3" name="Google Shape;503;p21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4" name="Google Shape;504;p21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5" name="Google Shape;505;p21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6" name="Google Shape;506;p21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7" name="Google Shape;507;p21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8" name="Google Shape;508;p21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9" name="Google Shape;509;p21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0" name="Google Shape;510;p21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1" name="Google Shape;511;p21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512;p21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3" name="Google Shape;513;p21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4" name="Google Shape;514;p21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5" name="Google Shape;515;p21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6" name="Google Shape;516;p21"/>
            <p:cNvSpPr/>
            <p:nvPr/>
          </p:nvSpPr>
          <p:spPr>
            <a:xfrm rot="-5400000">
              <a:off x="5322038" y="-137485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517" name="Google Shape;517;p21"/>
          <p:cNvSpPr txBox="1">
            <a:spLocks noGrp="1"/>
          </p:cNvSpPr>
          <p:nvPr>
            <p:ph type="title"/>
          </p:nvPr>
        </p:nvSpPr>
        <p:spPr>
          <a:xfrm>
            <a:off x="6128383" y="2592212"/>
            <a:ext cx="4039600" cy="7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18" name="Google Shape;518;p21"/>
          <p:cNvSpPr txBox="1">
            <a:spLocks noGrp="1"/>
          </p:cNvSpPr>
          <p:nvPr>
            <p:ph type="subTitle" idx="1"/>
          </p:nvPr>
        </p:nvSpPr>
        <p:spPr>
          <a:xfrm>
            <a:off x="6128383" y="3309907"/>
            <a:ext cx="4039600" cy="9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918845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1" name="Google Shape;521;p22"/>
          <p:cNvGrpSpPr/>
          <p:nvPr/>
        </p:nvGrpSpPr>
        <p:grpSpPr>
          <a:xfrm>
            <a:off x="-504466" y="-95467"/>
            <a:ext cx="14156151" cy="4410733"/>
            <a:chOff x="-378350" y="-71600"/>
            <a:chExt cx="10617113" cy="3308050"/>
          </a:xfrm>
        </p:grpSpPr>
        <p:sp>
          <p:nvSpPr>
            <p:cNvPr id="522" name="Google Shape;522;p22"/>
            <p:cNvSpPr/>
            <p:nvPr/>
          </p:nvSpPr>
          <p:spPr>
            <a:xfrm rot="10800000" flipH="1">
              <a:off x="-378350" y="-71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523" name="Google Shape;523;p22"/>
            <p:cNvGrpSpPr/>
            <p:nvPr/>
          </p:nvGrpSpPr>
          <p:grpSpPr>
            <a:xfrm>
              <a:off x="8353488" y="1352200"/>
              <a:ext cx="1885275" cy="1884250"/>
              <a:chOff x="2609275" y="3149350"/>
              <a:chExt cx="1885275" cy="1884250"/>
            </a:xfrm>
          </p:grpSpPr>
          <p:sp>
            <p:nvSpPr>
              <p:cNvPr id="524" name="Google Shape;524;p22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30" name="Google Shape;530;p22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31" name="Google Shape;531;p22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32" name="Google Shape;532;p22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33" name="Google Shape;533;p22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34" name="Google Shape;534;p22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35" name="Google Shape;535;p22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36" name="Google Shape;536;p22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37" name="Google Shape;537;p22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38" name="Google Shape;538;p22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39" name="Google Shape;539;p22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40" name="Google Shape;540;p22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41" name="Google Shape;541;p22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42" name="Google Shape;542;p22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</p:grpSp>
      <p:sp>
        <p:nvSpPr>
          <p:cNvPr id="543" name="Google Shape;543;p22"/>
          <p:cNvSpPr/>
          <p:nvPr/>
        </p:nvSpPr>
        <p:spPr>
          <a:xfrm rot="10800000">
            <a:off x="9163433" y="0"/>
            <a:ext cx="3018000" cy="418400"/>
          </a:xfrm>
          <a:prstGeom prst="round1Rect">
            <a:avLst>
              <a:gd name="adj" fmla="val 50000"/>
            </a:avLst>
          </a:prstGeom>
          <a:solidFill>
            <a:srgbClr val="006DF5">
              <a:alpha val="405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4" name="Google Shape;544;p22"/>
          <p:cNvSpPr txBox="1">
            <a:spLocks noGrp="1"/>
          </p:cNvSpPr>
          <p:nvPr>
            <p:ph type="title"/>
          </p:nvPr>
        </p:nvSpPr>
        <p:spPr>
          <a:xfrm>
            <a:off x="1803017" y="2380600"/>
            <a:ext cx="4039600" cy="122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45" name="Google Shape;545;p22"/>
          <p:cNvSpPr txBox="1">
            <a:spLocks noGrp="1"/>
          </p:cNvSpPr>
          <p:nvPr>
            <p:ph type="subTitle" idx="1"/>
          </p:nvPr>
        </p:nvSpPr>
        <p:spPr>
          <a:xfrm>
            <a:off x="1803017" y="3521361"/>
            <a:ext cx="4039600" cy="9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089267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8" name="Google Shape;548;p23"/>
          <p:cNvGrpSpPr/>
          <p:nvPr/>
        </p:nvGrpSpPr>
        <p:grpSpPr>
          <a:xfrm>
            <a:off x="0" y="0"/>
            <a:ext cx="12966800" cy="6857984"/>
            <a:chOff x="0" y="0"/>
            <a:chExt cx="9725100" cy="5143488"/>
          </a:xfrm>
        </p:grpSpPr>
        <p:sp>
          <p:nvSpPr>
            <p:cNvPr id="549" name="Google Shape;549;p23"/>
            <p:cNvSpPr/>
            <p:nvPr/>
          </p:nvSpPr>
          <p:spPr>
            <a:xfrm>
              <a:off x="0" y="4829688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7842600" y="2511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51" name="Google Shape;551;p23"/>
            <p:cNvSpPr/>
            <p:nvPr/>
          </p:nvSpPr>
          <p:spPr>
            <a:xfrm rot="5400000">
              <a:off x="983550" y="-983550"/>
              <a:ext cx="358800" cy="23259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0" y="0"/>
              <a:ext cx="579900" cy="23259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553" name="Google Shape;553;p23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54" name="Google Shape;554;p23"/>
          <p:cNvSpPr txBox="1">
            <a:spLocks noGrp="1"/>
          </p:cNvSpPr>
          <p:nvPr>
            <p:ph type="body" idx="1"/>
          </p:nvPr>
        </p:nvSpPr>
        <p:spPr>
          <a:xfrm>
            <a:off x="963167" y="1583467"/>
            <a:ext cx="10265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5557012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7" name="Google Shape;557;p24"/>
          <p:cNvGrpSpPr/>
          <p:nvPr/>
        </p:nvGrpSpPr>
        <p:grpSpPr>
          <a:xfrm>
            <a:off x="1" y="-11631"/>
            <a:ext cx="12191967" cy="6869665"/>
            <a:chOff x="0" y="-8724"/>
            <a:chExt cx="9143975" cy="5152249"/>
          </a:xfrm>
        </p:grpSpPr>
        <p:sp>
          <p:nvSpPr>
            <p:cNvPr id="558" name="Google Shape;558;p24"/>
            <p:cNvSpPr/>
            <p:nvPr/>
          </p:nvSpPr>
          <p:spPr>
            <a:xfrm>
              <a:off x="8421575" y="3272125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0" y="4829725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60" name="Google Shape;560;p24"/>
            <p:cNvSpPr/>
            <p:nvPr/>
          </p:nvSpPr>
          <p:spPr>
            <a:xfrm rot="5400000">
              <a:off x="870900" y="-879624"/>
              <a:ext cx="433500" cy="21753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61" name="Google Shape;561;p24"/>
          <p:cNvGrpSpPr/>
          <p:nvPr/>
        </p:nvGrpSpPr>
        <p:grpSpPr>
          <a:xfrm>
            <a:off x="-525367" y="-225466"/>
            <a:ext cx="14441517" cy="4220717"/>
            <a:chOff x="-394025" y="-169100"/>
            <a:chExt cx="10831138" cy="3165538"/>
          </a:xfrm>
        </p:grpSpPr>
        <p:sp>
          <p:nvSpPr>
            <p:cNvPr id="562" name="Google Shape;562;p24"/>
            <p:cNvSpPr/>
            <p:nvPr/>
          </p:nvSpPr>
          <p:spPr>
            <a:xfrm rot="10800000">
              <a:off x="6344350" y="-169100"/>
              <a:ext cx="2936100" cy="7086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563" name="Google Shape;563;p24"/>
            <p:cNvGrpSpPr/>
            <p:nvPr/>
          </p:nvGrpSpPr>
          <p:grpSpPr>
            <a:xfrm>
              <a:off x="-394025" y="172575"/>
              <a:ext cx="986125" cy="2095500"/>
              <a:chOff x="7631225" y="2241175"/>
              <a:chExt cx="986125" cy="2095500"/>
            </a:xfrm>
          </p:grpSpPr>
          <p:cxnSp>
            <p:nvCxnSpPr>
              <p:cNvPr id="564" name="Google Shape;564;p24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24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6" name="Google Shape;566;p24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7" name="Google Shape;567;p24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8" name="Google Shape;568;p24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9" name="Google Shape;569;p24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0" name="Google Shape;570;p24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1" name="Google Shape;571;p24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2" name="Google Shape;572;p24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3" name="Google Shape;573;p24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4" name="Google Shape;574;p24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5" name="Google Shape;575;p24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6" name="Google Shape;576;p24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7" name="Google Shape;577;p24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8" name="Google Shape;578;p24"/>
            <p:cNvGrpSpPr/>
            <p:nvPr/>
          </p:nvGrpSpPr>
          <p:grpSpPr>
            <a:xfrm>
              <a:off x="8551838" y="1112188"/>
              <a:ext cx="1885275" cy="1884250"/>
              <a:chOff x="2609275" y="3149350"/>
              <a:chExt cx="1885275" cy="1884250"/>
            </a:xfrm>
          </p:grpSpPr>
          <p:sp>
            <p:nvSpPr>
              <p:cNvPr id="579" name="Google Shape;579;p24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80" name="Google Shape;580;p24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81" name="Google Shape;581;p24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82" name="Google Shape;582;p24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83" name="Google Shape;583;p24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84" name="Google Shape;584;p24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85" name="Google Shape;585;p24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86" name="Google Shape;586;p24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87" name="Google Shape;587;p24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88" name="Google Shape;588;p24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89" name="Google Shape;589;p24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90" name="Google Shape;590;p24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91" name="Google Shape;591;p24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92" name="Google Shape;592;p24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93" name="Google Shape;593;p24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94" name="Google Shape;594;p24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95" name="Google Shape;595;p24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96" name="Google Shape;596;p24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597" name="Google Shape;597;p24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</p:grpSp>
      <p:sp>
        <p:nvSpPr>
          <p:cNvPr id="598" name="Google Shape;598;p24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99" name="Google Shape;599;p24"/>
          <p:cNvSpPr txBox="1">
            <a:spLocks noGrp="1"/>
          </p:cNvSpPr>
          <p:nvPr>
            <p:ph type="subTitle" idx="1"/>
          </p:nvPr>
        </p:nvSpPr>
        <p:spPr>
          <a:xfrm>
            <a:off x="1322033" y="3823933"/>
            <a:ext cx="4252000" cy="16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00" name="Google Shape;600;p24"/>
          <p:cNvSpPr txBox="1">
            <a:spLocks noGrp="1"/>
          </p:cNvSpPr>
          <p:nvPr>
            <p:ph type="subTitle" idx="2"/>
          </p:nvPr>
        </p:nvSpPr>
        <p:spPr>
          <a:xfrm>
            <a:off x="6618004" y="3823933"/>
            <a:ext cx="4252000" cy="16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01" name="Google Shape;601;p24"/>
          <p:cNvSpPr txBox="1">
            <a:spLocks noGrp="1"/>
          </p:cNvSpPr>
          <p:nvPr>
            <p:ph type="subTitle" idx="3"/>
          </p:nvPr>
        </p:nvSpPr>
        <p:spPr>
          <a:xfrm>
            <a:off x="1322033" y="3423300"/>
            <a:ext cx="42520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02" name="Google Shape;602;p24"/>
          <p:cNvSpPr txBox="1">
            <a:spLocks noGrp="1"/>
          </p:cNvSpPr>
          <p:nvPr>
            <p:ph type="subTitle" idx="4"/>
          </p:nvPr>
        </p:nvSpPr>
        <p:spPr>
          <a:xfrm>
            <a:off x="6618019" y="3423300"/>
            <a:ext cx="42520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092680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25"/>
          <p:cNvGrpSpPr/>
          <p:nvPr/>
        </p:nvGrpSpPr>
        <p:grpSpPr>
          <a:xfrm>
            <a:off x="-66433" y="-499400"/>
            <a:ext cx="12741900" cy="9907751"/>
            <a:chOff x="-49825" y="-374550"/>
            <a:chExt cx="9556425" cy="7430813"/>
          </a:xfrm>
        </p:grpSpPr>
        <p:sp>
          <p:nvSpPr>
            <p:cNvPr id="606" name="Google Shape;606;p25"/>
            <p:cNvSpPr/>
            <p:nvPr/>
          </p:nvSpPr>
          <p:spPr>
            <a:xfrm rot="10800000" flipH="1">
              <a:off x="-49825" y="-1951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607" name="Google Shape;607;p25"/>
            <p:cNvGrpSpPr/>
            <p:nvPr/>
          </p:nvGrpSpPr>
          <p:grpSpPr>
            <a:xfrm>
              <a:off x="8520475" y="-374550"/>
              <a:ext cx="986125" cy="2095500"/>
              <a:chOff x="7631225" y="2241175"/>
              <a:chExt cx="986125" cy="2095500"/>
            </a:xfrm>
          </p:grpSpPr>
          <p:cxnSp>
            <p:nvCxnSpPr>
              <p:cNvPr id="608" name="Google Shape;608;p25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9" name="Google Shape;609;p25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0" name="Google Shape;610;p25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1" name="Google Shape;611;p25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2" name="Google Shape;612;p25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25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4" name="Google Shape;614;p25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25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25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7" name="Google Shape;617;p25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8" name="Google Shape;618;p25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9" name="Google Shape;619;p25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0" name="Google Shape;620;p25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5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22" name="Google Shape;622;p25"/>
            <p:cNvSpPr/>
            <p:nvPr/>
          </p:nvSpPr>
          <p:spPr>
            <a:xfrm rot="5400000">
              <a:off x="2920037" y="4730438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623" name="Google Shape;623;p25"/>
          <p:cNvGrpSpPr/>
          <p:nvPr/>
        </p:nvGrpSpPr>
        <p:grpSpPr>
          <a:xfrm>
            <a:off x="-430833" y="4362800"/>
            <a:ext cx="12622833" cy="2495200"/>
            <a:chOff x="-323125" y="3272100"/>
            <a:chExt cx="9467125" cy="1871400"/>
          </a:xfrm>
        </p:grpSpPr>
        <p:sp>
          <p:nvSpPr>
            <p:cNvPr id="624" name="Google Shape;624;p25"/>
            <p:cNvSpPr/>
            <p:nvPr/>
          </p:nvSpPr>
          <p:spPr>
            <a:xfrm>
              <a:off x="0" y="3272100"/>
              <a:ext cx="4575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 flipH="1">
              <a:off x="8600100" y="3551700"/>
              <a:ext cx="543900" cy="1591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-323125" y="4730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7" name="Google Shape;627;p25"/>
            <p:cNvSpPr/>
            <p:nvPr/>
          </p:nvSpPr>
          <p:spPr>
            <a:xfrm flipH="1">
              <a:off x="6880500" y="482970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628" name="Google Shape;628;p25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29" name="Google Shape;629;p25"/>
          <p:cNvSpPr txBox="1">
            <a:spLocks noGrp="1"/>
          </p:cNvSpPr>
          <p:nvPr>
            <p:ph type="subTitle" idx="1"/>
          </p:nvPr>
        </p:nvSpPr>
        <p:spPr>
          <a:xfrm>
            <a:off x="1064736" y="3823933"/>
            <a:ext cx="3186400" cy="16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30" name="Google Shape;630;p25"/>
          <p:cNvSpPr txBox="1">
            <a:spLocks noGrp="1"/>
          </p:cNvSpPr>
          <p:nvPr>
            <p:ph type="subTitle" idx="2"/>
          </p:nvPr>
        </p:nvSpPr>
        <p:spPr>
          <a:xfrm>
            <a:off x="4502784" y="3823933"/>
            <a:ext cx="3186400" cy="16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31" name="Google Shape;631;p25"/>
          <p:cNvSpPr txBox="1">
            <a:spLocks noGrp="1"/>
          </p:cNvSpPr>
          <p:nvPr>
            <p:ph type="subTitle" idx="3"/>
          </p:nvPr>
        </p:nvSpPr>
        <p:spPr>
          <a:xfrm>
            <a:off x="1064736" y="3423300"/>
            <a:ext cx="3186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32" name="Google Shape;632;p25"/>
          <p:cNvSpPr txBox="1">
            <a:spLocks noGrp="1"/>
          </p:cNvSpPr>
          <p:nvPr>
            <p:ph type="subTitle" idx="4"/>
          </p:nvPr>
        </p:nvSpPr>
        <p:spPr>
          <a:xfrm>
            <a:off x="4502795" y="3423300"/>
            <a:ext cx="3186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33" name="Google Shape;633;p25"/>
          <p:cNvSpPr txBox="1">
            <a:spLocks noGrp="1"/>
          </p:cNvSpPr>
          <p:nvPr>
            <p:ph type="subTitle" idx="5"/>
          </p:nvPr>
        </p:nvSpPr>
        <p:spPr>
          <a:xfrm>
            <a:off x="7940853" y="3823933"/>
            <a:ext cx="3186400" cy="16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34" name="Google Shape;634;p25"/>
          <p:cNvSpPr txBox="1">
            <a:spLocks noGrp="1"/>
          </p:cNvSpPr>
          <p:nvPr>
            <p:ph type="subTitle" idx="6"/>
          </p:nvPr>
        </p:nvSpPr>
        <p:spPr>
          <a:xfrm>
            <a:off x="7940864" y="3423300"/>
            <a:ext cx="3186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512692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8" name="Google Shape;638;p26"/>
          <p:cNvGrpSpPr/>
          <p:nvPr/>
        </p:nvGrpSpPr>
        <p:grpSpPr>
          <a:xfrm>
            <a:off x="-7838" y="196068"/>
            <a:ext cx="12557439" cy="6670833"/>
            <a:chOff x="-5879" y="147050"/>
            <a:chExt cx="9418079" cy="5003125"/>
          </a:xfrm>
        </p:grpSpPr>
        <p:sp>
          <p:nvSpPr>
            <p:cNvPr id="639" name="Google Shape;639;p26"/>
            <p:cNvSpPr/>
            <p:nvPr/>
          </p:nvSpPr>
          <p:spPr>
            <a:xfrm>
              <a:off x="-5879" y="3278775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40" name="Google Shape;640;p26"/>
            <p:cNvSpPr/>
            <p:nvPr/>
          </p:nvSpPr>
          <p:spPr>
            <a:xfrm rot="-5400000">
              <a:off x="7966213" y="3965700"/>
              <a:ext cx="493800" cy="1861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41" name="Google Shape;641;p26"/>
            <p:cNvSpPr/>
            <p:nvPr/>
          </p:nvSpPr>
          <p:spPr>
            <a:xfrm>
              <a:off x="0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42" name="Google Shape;642;p26"/>
            <p:cNvSpPr/>
            <p:nvPr/>
          </p:nvSpPr>
          <p:spPr>
            <a:xfrm>
              <a:off x="7529700" y="1470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643" name="Google Shape;643;p26"/>
          <p:cNvGrpSpPr/>
          <p:nvPr/>
        </p:nvGrpSpPr>
        <p:grpSpPr>
          <a:xfrm>
            <a:off x="-215033" y="-1863682"/>
            <a:ext cx="13023733" cy="6689684"/>
            <a:chOff x="-161275" y="-1397762"/>
            <a:chExt cx="9767800" cy="5017263"/>
          </a:xfrm>
        </p:grpSpPr>
        <p:sp>
          <p:nvSpPr>
            <p:cNvPr id="644" name="Google Shape;644;p26"/>
            <p:cNvSpPr/>
            <p:nvPr/>
          </p:nvSpPr>
          <p:spPr>
            <a:xfrm rot="10800000" flipH="1">
              <a:off x="-161275" y="-36490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645" name="Google Shape;645;p26"/>
            <p:cNvGrpSpPr/>
            <p:nvPr/>
          </p:nvGrpSpPr>
          <p:grpSpPr>
            <a:xfrm>
              <a:off x="8620400" y="1524000"/>
              <a:ext cx="986125" cy="2095500"/>
              <a:chOff x="7631225" y="2241175"/>
              <a:chExt cx="986125" cy="2095500"/>
            </a:xfrm>
          </p:grpSpPr>
          <p:cxnSp>
            <p:nvCxnSpPr>
              <p:cNvPr id="646" name="Google Shape;646;p26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6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6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9" name="Google Shape;649;p26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0" name="Google Shape;650;p26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1" name="Google Shape;651;p26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2" name="Google Shape;652;p26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3" name="Google Shape;653;p26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4" name="Google Shape;654;p26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5" name="Google Shape;655;p26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6" name="Google Shape;656;p26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7" name="Google Shape;657;p26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8" name="Google Shape;658;p26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26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60" name="Google Shape;660;p26"/>
            <p:cNvGrpSpPr/>
            <p:nvPr/>
          </p:nvGrpSpPr>
          <p:grpSpPr>
            <a:xfrm>
              <a:off x="4796563" y="-1397762"/>
              <a:ext cx="1885275" cy="1884250"/>
              <a:chOff x="2609275" y="3149350"/>
              <a:chExt cx="1885275" cy="1884250"/>
            </a:xfrm>
          </p:grpSpPr>
          <p:sp>
            <p:nvSpPr>
              <p:cNvPr id="661" name="Google Shape;661;p26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62" name="Google Shape;662;p26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63" name="Google Shape;663;p26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64" name="Google Shape;664;p26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65" name="Google Shape;665;p26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66" name="Google Shape;666;p26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67" name="Google Shape;667;p26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68" name="Google Shape;668;p26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69" name="Google Shape;669;p26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70" name="Google Shape;670;p26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71" name="Google Shape;671;p26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72" name="Google Shape;672;p26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73" name="Google Shape;673;p26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74" name="Google Shape;674;p26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75" name="Google Shape;675;p26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76" name="Google Shape;676;p26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77" name="Google Shape;677;p26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78" name="Google Shape;678;p26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679" name="Google Shape;679;p26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</p:grpSp>
      <p:sp>
        <p:nvSpPr>
          <p:cNvPr id="680" name="Google Shape;680;p26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81" name="Google Shape;681;p26"/>
          <p:cNvSpPr txBox="1">
            <a:spLocks noGrp="1"/>
          </p:cNvSpPr>
          <p:nvPr>
            <p:ph type="subTitle" idx="1"/>
          </p:nvPr>
        </p:nvSpPr>
        <p:spPr>
          <a:xfrm>
            <a:off x="3848400" y="2342933"/>
            <a:ext cx="4495200" cy="5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82" name="Google Shape;682;p26"/>
          <p:cNvSpPr txBox="1">
            <a:spLocks noGrp="1"/>
          </p:cNvSpPr>
          <p:nvPr>
            <p:ph type="subTitle" idx="2"/>
          </p:nvPr>
        </p:nvSpPr>
        <p:spPr>
          <a:xfrm>
            <a:off x="3848400" y="1942300"/>
            <a:ext cx="44952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83" name="Google Shape;683;p26"/>
          <p:cNvSpPr txBox="1">
            <a:spLocks noGrp="1"/>
          </p:cNvSpPr>
          <p:nvPr>
            <p:ph type="subTitle" idx="3"/>
          </p:nvPr>
        </p:nvSpPr>
        <p:spPr>
          <a:xfrm>
            <a:off x="3848400" y="3752000"/>
            <a:ext cx="4495200" cy="5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84" name="Google Shape;684;p26"/>
          <p:cNvSpPr txBox="1">
            <a:spLocks noGrp="1"/>
          </p:cNvSpPr>
          <p:nvPr>
            <p:ph type="subTitle" idx="4"/>
          </p:nvPr>
        </p:nvSpPr>
        <p:spPr>
          <a:xfrm>
            <a:off x="3848400" y="3351367"/>
            <a:ext cx="44952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85" name="Google Shape;685;p26"/>
          <p:cNvSpPr txBox="1">
            <a:spLocks noGrp="1"/>
          </p:cNvSpPr>
          <p:nvPr>
            <p:ph type="subTitle" idx="5"/>
          </p:nvPr>
        </p:nvSpPr>
        <p:spPr>
          <a:xfrm>
            <a:off x="3848400" y="5161067"/>
            <a:ext cx="4495200" cy="5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86" name="Google Shape;686;p26"/>
          <p:cNvSpPr txBox="1">
            <a:spLocks noGrp="1"/>
          </p:cNvSpPr>
          <p:nvPr>
            <p:ph type="subTitle" idx="6"/>
          </p:nvPr>
        </p:nvSpPr>
        <p:spPr>
          <a:xfrm>
            <a:off x="3848400" y="4760433"/>
            <a:ext cx="44952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13467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9" name="Google Shape;689;p27"/>
          <p:cNvGrpSpPr/>
          <p:nvPr/>
        </p:nvGrpSpPr>
        <p:grpSpPr>
          <a:xfrm>
            <a:off x="-497933" y="0"/>
            <a:ext cx="12689933" cy="6883767"/>
            <a:chOff x="-373450" y="0"/>
            <a:chExt cx="9517450" cy="5162825"/>
          </a:xfrm>
        </p:grpSpPr>
        <p:sp>
          <p:nvSpPr>
            <p:cNvPr id="690" name="Google Shape;690;p27"/>
            <p:cNvSpPr/>
            <p:nvPr/>
          </p:nvSpPr>
          <p:spPr>
            <a:xfrm flipH="1">
              <a:off x="8421600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1" name="Google Shape;691;p27"/>
            <p:cNvSpPr/>
            <p:nvPr/>
          </p:nvSpPr>
          <p:spPr>
            <a:xfrm rot="5400000" flipH="1">
              <a:off x="893400" y="3800225"/>
              <a:ext cx="441600" cy="2283600"/>
            </a:xfrm>
            <a:prstGeom prst="round1Rect">
              <a:avLst>
                <a:gd name="adj" fmla="val 49349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2" name="Google Shape;692;p27"/>
            <p:cNvSpPr/>
            <p:nvPr/>
          </p:nvSpPr>
          <p:spPr>
            <a:xfrm rot="10800000">
              <a:off x="688050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-373450" y="1008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694" name="Google Shape;694;p27"/>
          <p:cNvGrpSpPr/>
          <p:nvPr/>
        </p:nvGrpSpPr>
        <p:grpSpPr>
          <a:xfrm>
            <a:off x="11434085" y="5333184"/>
            <a:ext cx="2513700" cy="2512333"/>
            <a:chOff x="2609275" y="3149350"/>
            <a:chExt cx="1885275" cy="1884250"/>
          </a:xfrm>
        </p:grpSpPr>
        <p:sp>
          <p:nvSpPr>
            <p:cNvPr id="695" name="Google Shape;695;p27"/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714" name="Google Shape;714;p27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15" name="Google Shape;715;p27"/>
          <p:cNvSpPr txBox="1">
            <a:spLocks noGrp="1"/>
          </p:cNvSpPr>
          <p:nvPr>
            <p:ph type="subTitle" idx="1"/>
          </p:nvPr>
        </p:nvSpPr>
        <p:spPr>
          <a:xfrm>
            <a:off x="2236767" y="2349600"/>
            <a:ext cx="3604400" cy="11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16" name="Google Shape;716;p27"/>
          <p:cNvSpPr txBox="1">
            <a:spLocks noGrp="1"/>
          </p:cNvSpPr>
          <p:nvPr>
            <p:ph type="subTitle" idx="2"/>
          </p:nvPr>
        </p:nvSpPr>
        <p:spPr>
          <a:xfrm>
            <a:off x="7624333" y="2349600"/>
            <a:ext cx="3604400" cy="11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17" name="Google Shape;717;p27"/>
          <p:cNvSpPr txBox="1">
            <a:spLocks noGrp="1"/>
          </p:cNvSpPr>
          <p:nvPr>
            <p:ph type="subTitle" idx="3"/>
          </p:nvPr>
        </p:nvSpPr>
        <p:spPr>
          <a:xfrm>
            <a:off x="2236767" y="1948967"/>
            <a:ext cx="3604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18" name="Google Shape;718;p27"/>
          <p:cNvSpPr txBox="1">
            <a:spLocks noGrp="1"/>
          </p:cNvSpPr>
          <p:nvPr>
            <p:ph type="subTitle" idx="4"/>
          </p:nvPr>
        </p:nvSpPr>
        <p:spPr>
          <a:xfrm>
            <a:off x="7624355" y="1948967"/>
            <a:ext cx="3604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19" name="Google Shape;719;p27"/>
          <p:cNvSpPr txBox="1">
            <a:spLocks noGrp="1"/>
          </p:cNvSpPr>
          <p:nvPr>
            <p:ph type="subTitle" idx="5"/>
          </p:nvPr>
        </p:nvSpPr>
        <p:spPr>
          <a:xfrm>
            <a:off x="2236767" y="4604133"/>
            <a:ext cx="3604400" cy="11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20" name="Google Shape;720;p27"/>
          <p:cNvSpPr txBox="1">
            <a:spLocks noGrp="1"/>
          </p:cNvSpPr>
          <p:nvPr>
            <p:ph type="subTitle" idx="6"/>
          </p:nvPr>
        </p:nvSpPr>
        <p:spPr>
          <a:xfrm>
            <a:off x="7624333" y="4604133"/>
            <a:ext cx="3604400" cy="11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21" name="Google Shape;721;p27"/>
          <p:cNvSpPr txBox="1">
            <a:spLocks noGrp="1"/>
          </p:cNvSpPr>
          <p:nvPr>
            <p:ph type="subTitle" idx="7"/>
          </p:nvPr>
        </p:nvSpPr>
        <p:spPr>
          <a:xfrm>
            <a:off x="2236767" y="4203500"/>
            <a:ext cx="3604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22" name="Google Shape;722;p27"/>
          <p:cNvSpPr txBox="1">
            <a:spLocks noGrp="1"/>
          </p:cNvSpPr>
          <p:nvPr>
            <p:ph type="subTitle" idx="8"/>
          </p:nvPr>
        </p:nvSpPr>
        <p:spPr>
          <a:xfrm>
            <a:off x="7624355" y="4203500"/>
            <a:ext cx="3604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560069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5" name="Google Shape;725;p28"/>
          <p:cNvGrpSpPr/>
          <p:nvPr/>
        </p:nvGrpSpPr>
        <p:grpSpPr>
          <a:xfrm>
            <a:off x="-790134" y="-2682700"/>
            <a:ext cx="13165811" cy="10140567"/>
            <a:chOff x="-592600" y="-2012025"/>
            <a:chExt cx="9874358" cy="7605425"/>
          </a:xfrm>
        </p:grpSpPr>
        <p:sp>
          <p:nvSpPr>
            <p:cNvPr id="726" name="Google Shape;726;p28"/>
            <p:cNvSpPr/>
            <p:nvPr/>
          </p:nvSpPr>
          <p:spPr>
            <a:xfrm rot="10799348">
              <a:off x="6119758" y="-182323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727" name="Google Shape;727;p28"/>
            <p:cNvGrpSpPr/>
            <p:nvPr/>
          </p:nvGrpSpPr>
          <p:grpSpPr>
            <a:xfrm>
              <a:off x="-592600" y="3497900"/>
              <a:ext cx="986125" cy="2095500"/>
              <a:chOff x="7631225" y="2241175"/>
              <a:chExt cx="986125" cy="2095500"/>
            </a:xfrm>
          </p:grpSpPr>
          <p:cxnSp>
            <p:nvCxnSpPr>
              <p:cNvPr id="728" name="Google Shape;728;p28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9" name="Google Shape;729;p28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0" name="Google Shape;730;p28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1" name="Google Shape;731;p28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2" name="Google Shape;732;p28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3" name="Google Shape;733;p28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4" name="Google Shape;734;p28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5" name="Google Shape;735;p28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6" name="Google Shape;736;p28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7" name="Google Shape;737;p28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8" name="Google Shape;738;p28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9" name="Google Shape;739;p28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0" name="Google Shape;740;p28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1" name="Google Shape;741;p28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42" name="Google Shape;742;p28"/>
            <p:cNvSpPr/>
            <p:nvPr/>
          </p:nvSpPr>
          <p:spPr>
            <a:xfrm rot="-5400000">
              <a:off x="3028700" y="-2012025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743" name="Google Shape;743;p28"/>
          <p:cNvGrpSpPr/>
          <p:nvPr/>
        </p:nvGrpSpPr>
        <p:grpSpPr>
          <a:xfrm>
            <a:off x="-7839" y="0"/>
            <a:ext cx="12743939" cy="6624600"/>
            <a:chOff x="-5879" y="0"/>
            <a:chExt cx="9557954" cy="4968450"/>
          </a:xfrm>
        </p:grpSpPr>
        <p:sp>
          <p:nvSpPr>
            <p:cNvPr id="744" name="Google Shape;744;p28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45" name="Google Shape;745;p28"/>
            <p:cNvSpPr/>
            <p:nvPr/>
          </p:nvSpPr>
          <p:spPr>
            <a:xfrm rot="10800000" flipH="1">
              <a:off x="-5879" y="0"/>
              <a:ext cx="544200" cy="1591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46" name="Google Shape;746;p28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747" name="Google Shape;747;p28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48" name="Google Shape;748;p28"/>
          <p:cNvSpPr txBox="1">
            <a:spLocks noGrp="1"/>
          </p:cNvSpPr>
          <p:nvPr>
            <p:ph type="subTitle" idx="1"/>
          </p:nvPr>
        </p:nvSpPr>
        <p:spPr>
          <a:xfrm>
            <a:off x="963167" y="2281483"/>
            <a:ext cx="31864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49" name="Google Shape;749;p28"/>
          <p:cNvSpPr txBox="1">
            <a:spLocks noGrp="1"/>
          </p:cNvSpPr>
          <p:nvPr>
            <p:ph type="subTitle" idx="2"/>
          </p:nvPr>
        </p:nvSpPr>
        <p:spPr>
          <a:xfrm>
            <a:off x="4502821" y="2281483"/>
            <a:ext cx="31864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50" name="Google Shape;750;p28"/>
          <p:cNvSpPr txBox="1">
            <a:spLocks noGrp="1"/>
          </p:cNvSpPr>
          <p:nvPr>
            <p:ph type="subTitle" idx="3"/>
          </p:nvPr>
        </p:nvSpPr>
        <p:spPr>
          <a:xfrm>
            <a:off x="963167" y="1880851"/>
            <a:ext cx="3186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51" name="Google Shape;751;p28"/>
          <p:cNvSpPr txBox="1">
            <a:spLocks noGrp="1"/>
          </p:cNvSpPr>
          <p:nvPr>
            <p:ph type="subTitle" idx="4"/>
          </p:nvPr>
        </p:nvSpPr>
        <p:spPr>
          <a:xfrm>
            <a:off x="4502825" y="1880851"/>
            <a:ext cx="3186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52" name="Google Shape;752;p28"/>
          <p:cNvSpPr txBox="1">
            <a:spLocks noGrp="1"/>
          </p:cNvSpPr>
          <p:nvPr>
            <p:ph type="subTitle" idx="5"/>
          </p:nvPr>
        </p:nvSpPr>
        <p:spPr>
          <a:xfrm>
            <a:off x="8042499" y="2281483"/>
            <a:ext cx="31864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53" name="Google Shape;753;p28"/>
          <p:cNvSpPr txBox="1">
            <a:spLocks noGrp="1"/>
          </p:cNvSpPr>
          <p:nvPr>
            <p:ph type="subTitle" idx="6"/>
          </p:nvPr>
        </p:nvSpPr>
        <p:spPr>
          <a:xfrm>
            <a:off x="8042495" y="1880851"/>
            <a:ext cx="3186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54" name="Google Shape;754;p28"/>
          <p:cNvSpPr txBox="1">
            <a:spLocks noGrp="1"/>
          </p:cNvSpPr>
          <p:nvPr>
            <p:ph type="subTitle" idx="7"/>
          </p:nvPr>
        </p:nvSpPr>
        <p:spPr>
          <a:xfrm>
            <a:off x="963167" y="4527300"/>
            <a:ext cx="31864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subTitle" idx="8"/>
          </p:nvPr>
        </p:nvSpPr>
        <p:spPr>
          <a:xfrm>
            <a:off x="4502821" y="4527300"/>
            <a:ext cx="31864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9"/>
          </p:nvPr>
        </p:nvSpPr>
        <p:spPr>
          <a:xfrm>
            <a:off x="963167" y="4126667"/>
            <a:ext cx="3186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57" name="Google Shape;757;p28"/>
          <p:cNvSpPr txBox="1">
            <a:spLocks noGrp="1"/>
          </p:cNvSpPr>
          <p:nvPr>
            <p:ph type="subTitle" idx="13"/>
          </p:nvPr>
        </p:nvSpPr>
        <p:spPr>
          <a:xfrm>
            <a:off x="4502825" y="4126667"/>
            <a:ext cx="3186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58" name="Google Shape;758;p28"/>
          <p:cNvSpPr txBox="1">
            <a:spLocks noGrp="1"/>
          </p:cNvSpPr>
          <p:nvPr>
            <p:ph type="subTitle" idx="14"/>
          </p:nvPr>
        </p:nvSpPr>
        <p:spPr>
          <a:xfrm>
            <a:off x="8042499" y="4527300"/>
            <a:ext cx="31864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59" name="Google Shape;759;p28"/>
          <p:cNvSpPr txBox="1">
            <a:spLocks noGrp="1"/>
          </p:cNvSpPr>
          <p:nvPr>
            <p:ph type="subTitle" idx="15"/>
          </p:nvPr>
        </p:nvSpPr>
        <p:spPr>
          <a:xfrm>
            <a:off x="8042495" y="4126667"/>
            <a:ext cx="3186400" cy="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930102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2" name="Google Shape;762;p29"/>
          <p:cNvGrpSpPr/>
          <p:nvPr/>
        </p:nvGrpSpPr>
        <p:grpSpPr>
          <a:xfrm>
            <a:off x="-543361" y="-467"/>
            <a:ext cx="12754505" cy="6876872"/>
            <a:chOff x="-407521" y="-350"/>
            <a:chExt cx="9565879" cy="5157654"/>
          </a:xfrm>
        </p:grpSpPr>
        <p:sp>
          <p:nvSpPr>
            <p:cNvPr id="763" name="Google Shape;763;p29"/>
            <p:cNvSpPr/>
            <p:nvPr/>
          </p:nvSpPr>
          <p:spPr>
            <a:xfrm rot="-10799427">
              <a:off x="5535475" y="-50"/>
              <a:ext cx="3600600" cy="800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64" name="Google Shape;764;p29"/>
            <p:cNvSpPr/>
            <p:nvPr/>
          </p:nvSpPr>
          <p:spPr>
            <a:xfrm flipH="1">
              <a:off x="8422154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65" name="Google Shape;765;p29"/>
            <p:cNvSpPr/>
            <p:nvPr/>
          </p:nvSpPr>
          <p:spPr>
            <a:xfrm flipH="1">
              <a:off x="6894859" y="4843504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66" name="Google Shape;766;p29"/>
            <p:cNvSpPr/>
            <p:nvPr/>
          </p:nvSpPr>
          <p:spPr>
            <a:xfrm flipH="1">
              <a:off x="-407521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767" name="Google Shape;767;p29"/>
          <p:cNvGrpSpPr/>
          <p:nvPr/>
        </p:nvGrpSpPr>
        <p:grpSpPr>
          <a:xfrm>
            <a:off x="-1550543" y="-95467"/>
            <a:ext cx="15997367" cy="6234117"/>
            <a:chOff x="-1162908" y="-71600"/>
            <a:chExt cx="11998025" cy="4675588"/>
          </a:xfrm>
        </p:grpSpPr>
        <p:sp>
          <p:nvSpPr>
            <p:cNvPr id="768" name="Google Shape;768;p29"/>
            <p:cNvSpPr/>
            <p:nvPr/>
          </p:nvSpPr>
          <p:spPr>
            <a:xfrm rot="10800000" flipH="1">
              <a:off x="-154596" y="-71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769" name="Google Shape;769;p29"/>
            <p:cNvGrpSpPr/>
            <p:nvPr/>
          </p:nvGrpSpPr>
          <p:grpSpPr>
            <a:xfrm flipH="1">
              <a:off x="-1162908" y="1349063"/>
              <a:ext cx="1885275" cy="1884250"/>
              <a:chOff x="2609275" y="3149350"/>
              <a:chExt cx="1885275" cy="1884250"/>
            </a:xfrm>
          </p:grpSpPr>
          <p:sp>
            <p:nvSpPr>
              <p:cNvPr id="770" name="Google Shape;770;p29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71" name="Google Shape;771;p29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72" name="Google Shape;772;p29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73" name="Google Shape;773;p29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74" name="Google Shape;774;p29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75" name="Google Shape;775;p29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76" name="Google Shape;776;p29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77" name="Google Shape;777;p29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78" name="Google Shape;778;p29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79" name="Google Shape;779;p29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80" name="Google Shape;780;p29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81" name="Google Shape;781;p29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82" name="Google Shape;782;p29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83" name="Google Shape;783;p29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84" name="Google Shape;784;p29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85" name="Google Shape;785;p29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86" name="Google Shape;786;p29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87" name="Google Shape;787;p29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788" name="Google Shape;788;p29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sp>
          <p:nvSpPr>
            <p:cNvPr id="789" name="Google Shape;789;p29"/>
            <p:cNvSpPr/>
            <p:nvPr/>
          </p:nvSpPr>
          <p:spPr>
            <a:xfrm rot="10800000" flipH="1">
              <a:off x="8509292" y="2278163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790" name="Google Shape;790;p29"/>
          <p:cNvSpPr txBox="1">
            <a:spLocks noGrp="1"/>
          </p:cNvSpPr>
          <p:nvPr>
            <p:ph type="subTitle" idx="1"/>
          </p:nvPr>
        </p:nvSpPr>
        <p:spPr>
          <a:xfrm>
            <a:off x="963167" y="1697100"/>
            <a:ext cx="5327600" cy="4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91" name="Google Shape;791;p29"/>
          <p:cNvSpPr txBox="1">
            <a:spLocks noGrp="1"/>
          </p:cNvSpPr>
          <p:nvPr>
            <p:ph type="title" hasCustomPrompt="1"/>
          </p:nvPr>
        </p:nvSpPr>
        <p:spPr>
          <a:xfrm>
            <a:off x="963467" y="947967"/>
            <a:ext cx="5327600" cy="85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92" name="Google Shape;792;p29"/>
          <p:cNvSpPr txBox="1">
            <a:spLocks noGrp="1"/>
          </p:cNvSpPr>
          <p:nvPr>
            <p:ph type="subTitle" idx="2"/>
          </p:nvPr>
        </p:nvSpPr>
        <p:spPr>
          <a:xfrm>
            <a:off x="3432200" y="3563767"/>
            <a:ext cx="5327600" cy="4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93" name="Google Shape;793;p29"/>
          <p:cNvSpPr txBox="1">
            <a:spLocks noGrp="1"/>
          </p:cNvSpPr>
          <p:nvPr>
            <p:ph type="title" idx="3" hasCustomPrompt="1"/>
          </p:nvPr>
        </p:nvSpPr>
        <p:spPr>
          <a:xfrm>
            <a:off x="3432500" y="2814567"/>
            <a:ext cx="5327600" cy="85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94" name="Google Shape;794;p29"/>
          <p:cNvSpPr txBox="1">
            <a:spLocks noGrp="1"/>
          </p:cNvSpPr>
          <p:nvPr>
            <p:ph type="subTitle" idx="4"/>
          </p:nvPr>
        </p:nvSpPr>
        <p:spPr>
          <a:xfrm>
            <a:off x="5900933" y="5430433"/>
            <a:ext cx="5327600" cy="4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795" name="Google Shape;795;p29"/>
          <p:cNvSpPr txBox="1">
            <a:spLocks noGrp="1"/>
          </p:cNvSpPr>
          <p:nvPr>
            <p:ph type="title" idx="5" hasCustomPrompt="1"/>
          </p:nvPr>
        </p:nvSpPr>
        <p:spPr>
          <a:xfrm>
            <a:off x="5901233" y="4681233"/>
            <a:ext cx="5327600" cy="85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06437367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Google Shape;797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8" name="Google Shape;798;p30"/>
          <p:cNvGrpSpPr/>
          <p:nvPr/>
        </p:nvGrpSpPr>
        <p:grpSpPr>
          <a:xfrm>
            <a:off x="1" y="0"/>
            <a:ext cx="12736100" cy="6858000"/>
            <a:chOff x="0" y="0"/>
            <a:chExt cx="9552075" cy="5143500"/>
          </a:xfrm>
        </p:grpSpPr>
        <p:sp>
          <p:nvSpPr>
            <p:cNvPr id="799" name="Google Shape;799;p30"/>
            <p:cNvSpPr/>
            <p:nvPr/>
          </p:nvSpPr>
          <p:spPr>
            <a:xfrm>
              <a:off x="0" y="0"/>
              <a:ext cx="4803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00" name="Google Shape;800;p30"/>
            <p:cNvSpPr/>
            <p:nvPr/>
          </p:nvSpPr>
          <p:spPr>
            <a:xfrm flipH="1">
              <a:off x="8663700" y="3576600"/>
              <a:ext cx="480300" cy="15669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01" name="Google Shape;801;p30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03" name="Google Shape;803;p30"/>
          <p:cNvGrpSpPr/>
          <p:nvPr/>
        </p:nvGrpSpPr>
        <p:grpSpPr>
          <a:xfrm>
            <a:off x="-674449" y="-1951950"/>
            <a:ext cx="8976133" cy="8715651"/>
            <a:chOff x="-505837" y="-1463962"/>
            <a:chExt cx="6732100" cy="6536738"/>
          </a:xfrm>
        </p:grpSpPr>
        <p:grpSp>
          <p:nvGrpSpPr>
            <p:cNvPr id="804" name="Google Shape;804;p30"/>
            <p:cNvGrpSpPr/>
            <p:nvPr/>
          </p:nvGrpSpPr>
          <p:grpSpPr>
            <a:xfrm>
              <a:off x="4340988" y="-1463962"/>
              <a:ext cx="1885275" cy="1884250"/>
              <a:chOff x="2609275" y="3149350"/>
              <a:chExt cx="1885275" cy="1884250"/>
            </a:xfrm>
          </p:grpSpPr>
          <p:sp>
            <p:nvSpPr>
              <p:cNvPr id="805" name="Google Shape;805;p30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06" name="Google Shape;806;p30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07" name="Google Shape;807;p30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08" name="Google Shape;808;p30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09" name="Google Shape;809;p30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10" name="Google Shape;810;p30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11" name="Google Shape;811;p30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12" name="Google Shape;812;p30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13" name="Google Shape;813;p30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14" name="Google Shape;814;p30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15" name="Google Shape;815;p30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16" name="Google Shape;816;p30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17" name="Google Shape;817;p30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18" name="Google Shape;818;p30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19" name="Google Shape;819;p30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20" name="Google Shape;820;p30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21" name="Google Shape;821;p30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22" name="Google Shape;822;p30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23" name="Google Shape;823;p30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grpSp>
          <p:nvGrpSpPr>
            <p:cNvPr id="824" name="Google Shape;824;p30"/>
            <p:cNvGrpSpPr/>
            <p:nvPr/>
          </p:nvGrpSpPr>
          <p:grpSpPr>
            <a:xfrm>
              <a:off x="-505837" y="2977275"/>
              <a:ext cx="986125" cy="2095500"/>
              <a:chOff x="7631225" y="2241175"/>
              <a:chExt cx="986125" cy="2095500"/>
            </a:xfrm>
          </p:grpSpPr>
          <p:cxnSp>
            <p:nvCxnSpPr>
              <p:cNvPr id="825" name="Google Shape;825;p30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6" name="Google Shape;826;p30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7" name="Google Shape;827;p30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8" name="Google Shape;828;p30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9" name="Google Shape;829;p30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0" name="Google Shape;830;p30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1" name="Google Shape;831;p30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2" name="Google Shape;832;p30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3" name="Google Shape;833;p30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4" name="Google Shape;834;p30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5" name="Google Shape;835;p30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6" name="Google Shape;836;p30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7" name="Google Shape;837;p30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8" name="Google Shape;838;p30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39" name="Google Shape;839;p30"/>
          <p:cNvSpPr txBox="1">
            <a:spLocks noGrp="1"/>
          </p:cNvSpPr>
          <p:nvPr>
            <p:ph type="subTitle" idx="1"/>
          </p:nvPr>
        </p:nvSpPr>
        <p:spPr>
          <a:xfrm>
            <a:off x="963167" y="2548500"/>
            <a:ext cx="3266000" cy="8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40" name="Google Shape;840;p30"/>
          <p:cNvSpPr txBox="1">
            <a:spLocks noGrp="1"/>
          </p:cNvSpPr>
          <p:nvPr>
            <p:ph type="title" hasCustomPrompt="1"/>
          </p:nvPr>
        </p:nvSpPr>
        <p:spPr>
          <a:xfrm>
            <a:off x="963351" y="1799367"/>
            <a:ext cx="3266000" cy="85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1" name="Google Shape;841;p30"/>
          <p:cNvSpPr txBox="1">
            <a:spLocks noGrp="1"/>
          </p:cNvSpPr>
          <p:nvPr>
            <p:ph type="subTitle" idx="2"/>
          </p:nvPr>
        </p:nvSpPr>
        <p:spPr>
          <a:xfrm>
            <a:off x="4462832" y="2548500"/>
            <a:ext cx="3266000" cy="8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42" name="Google Shape;842;p30"/>
          <p:cNvSpPr txBox="1">
            <a:spLocks noGrp="1"/>
          </p:cNvSpPr>
          <p:nvPr>
            <p:ph type="title" idx="3" hasCustomPrompt="1"/>
          </p:nvPr>
        </p:nvSpPr>
        <p:spPr>
          <a:xfrm>
            <a:off x="4463013" y="1799367"/>
            <a:ext cx="3266000" cy="85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3" name="Google Shape;843;p30"/>
          <p:cNvSpPr txBox="1">
            <a:spLocks noGrp="1"/>
          </p:cNvSpPr>
          <p:nvPr>
            <p:ph type="subTitle" idx="4"/>
          </p:nvPr>
        </p:nvSpPr>
        <p:spPr>
          <a:xfrm>
            <a:off x="7962497" y="2548500"/>
            <a:ext cx="3266000" cy="8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44" name="Google Shape;844;p30"/>
          <p:cNvSpPr txBox="1">
            <a:spLocks noGrp="1"/>
          </p:cNvSpPr>
          <p:nvPr>
            <p:ph type="title" idx="5" hasCustomPrompt="1"/>
          </p:nvPr>
        </p:nvSpPr>
        <p:spPr>
          <a:xfrm>
            <a:off x="7962676" y="1799367"/>
            <a:ext cx="3266000" cy="85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5" name="Google Shape;845;p30"/>
          <p:cNvSpPr txBox="1">
            <a:spLocks noGrp="1"/>
          </p:cNvSpPr>
          <p:nvPr>
            <p:ph type="subTitle" idx="6"/>
          </p:nvPr>
        </p:nvSpPr>
        <p:spPr>
          <a:xfrm>
            <a:off x="2713067" y="4943067"/>
            <a:ext cx="3266000" cy="8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46" name="Google Shape;846;p30"/>
          <p:cNvSpPr txBox="1">
            <a:spLocks noGrp="1"/>
          </p:cNvSpPr>
          <p:nvPr>
            <p:ph type="title" idx="7" hasCustomPrompt="1"/>
          </p:nvPr>
        </p:nvSpPr>
        <p:spPr>
          <a:xfrm>
            <a:off x="2713263" y="4193933"/>
            <a:ext cx="3266000" cy="85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7" name="Google Shape;847;p30"/>
          <p:cNvSpPr txBox="1">
            <a:spLocks noGrp="1"/>
          </p:cNvSpPr>
          <p:nvPr>
            <p:ph type="subTitle" idx="8"/>
          </p:nvPr>
        </p:nvSpPr>
        <p:spPr>
          <a:xfrm>
            <a:off x="6212732" y="4943067"/>
            <a:ext cx="3266000" cy="8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48" name="Google Shape;848;p30"/>
          <p:cNvSpPr txBox="1">
            <a:spLocks noGrp="1"/>
          </p:cNvSpPr>
          <p:nvPr>
            <p:ph type="title" idx="9" hasCustomPrompt="1"/>
          </p:nvPr>
        </p:nvSpPr>
        <p:spPr>
          <a:xfrm>
            <a:off x="6212925" y="4193933"/>
            <a:ext cx="3266000" cy="85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9" name="Google Shape;849;p30"/>
          <p:cNvSpPr txBox="1">
            <a:spLocks noGrp="1"/>
          </p:cNvSpPr>
          <p:nvPr>
            <p:ph type="title" idx="13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092255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1" name="Google Shape;851;p31"/>
          <p:cNvGrpSpPr/>
          <p:nvPr/>
        </p:nvGrpSpPr>
        <p:grpSpPr>
          <a:xfrm>
            <a:off x="1067950" y="-2238133"/>
            <a:ext cx="12553051" cy="6191084"/>
            <a:chOff x="800963" y="-1678600"/>
            <a:chExt cx="9414788" cy="4643313"/>
          </a:xfrm>
        </p:grpSpPr>
        <p:grpSp>
          <p:nvGrpSpPr>
            <p:cNvPr id="852" name="Google Shape;852;p31"/>
            <p:cNvGrpSpPr/>
            <p:nvPr/>
          </p:nvGrpSpPr>
          <p:grpSpPr>
            <a:xfrm flipH="1">
              <a:off x="8330475" y="1080463"/>
              <a:ext cx="1885275" cy="1884250"/>
              <a:chOff x="2609275" y="3149350"/>
              <a:chExt cx="1885275" cy="1884250"/>
            </a:xfrm>
          </p:grpSpPr>
          <p:sp>
            <p:nvSpPr>
              <p:cNvPr id="853" name="Google Shape;853;p31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54" name="Google Shape;854;p31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55" name="Google Shape;855;p31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56" name="Google Shape;856;p31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57" name="Google Shape;857;p31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58" name="Google Shape;858;p31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59" name="Google Shape;859;p31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60" name="Google Shape;860;p31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61" name="Google Shape;861;p31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62" name="Google Shape;862;p31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63" name="Google Shape;863;p31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64" name="Google Shape;864;p31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65" name="Google Shape;865;p31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66" name="Google Shape;866;p31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67" name="Google Shape;867;p31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68" name="Google Shape;868;p31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69" name="Google Shape;869;p31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70" name="Google Shape;870;p31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71" name="Google Shape;871;p31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sp>
          <p:nvSpPr>
            <p:cNvPr id="872" name="Google Shape;872;p31"/>
            <p:cNvSpPr/>
            <p:nvPr/>
          </p:nvSpPr>
          <p:spPr>
            <a:xfrm rot="5400000" flipH="1">
              <a:off x="800963" y="-1678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873" name="Google Shape;87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31"/>
          <p:cNvSpPr txBox="1">
            <a:spLocks noGrp="1"/>
          </p:cNvSpPr>
          <p:nvPr>
            <p:ph type="ctrTitle"/>
          </p:nvPr>
        </p:nvSpPr>
        <p:spPr>
          <a:xfrm>
            <a:off x="3580500" y="736925"/>
            <a:ext cx="5030800" cy="12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5" name="Google Shape;875;p31"/>
          <p:cNvSpPr txBox="1">
            <a:spLocks noGrp="1"/>
          </p:cNvSpPr>
          <p:nvPr>
            <p:ph type="subTitle" idx="1"/>
          </p:nvPr>
        </p:nvSpPr>
        <p:spPr>
          <a:xfrm>
            <a:off x="3580500" y="1825525"/>
            <a:ext cx="5030800" cy="14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76" name="Google Shape;876;p31"/>
          <p:cNvSpPr txBox="1"/>
          <p:nvPr/>
        </p:nvSpPr>
        <p:spPr>
          <a:xfrm>
            <a:off x="4019763" y="4806321"/>
            <a:ext cx="41524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333" b="1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lang="en" sz="1333" b="1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333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and infographics &amp; images by </a:t>
            </a:r>
            <a:r>
              <a:rPr lang="en" sz="1333" b="1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33" b="1" u="sng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  <p:extLst>
      <p:ext uri="{BB962C8B-B14F-4D97-AF65-F5344CB8AC3E}">
        <p14:creationId xmlns:p14="http://schemas.microsoft.com/office/powerpoint/2010/main" val="151186641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09087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33"/>
          <p:cNvGrpSpPr/>
          <p:nvPr/>
        </p:nvGrpSpPr>
        <p:grpSpPr>
          <a:xfrm>
            <a:off x="1" y="-33"/>
            <a:ext cx="12736100" cy="6857833"/>
            <a:chOff x="0" y="-25"/>
            <a:chExt cx="9552075" cy="5143375"/>
          </a:xfrm>
        </p:grpSpPr>
        <p:sp>
          <p:nvSpPr>
            <p:cNvPr id="882" name="Google Shape;882;p33"/>
            <p:cNvSpPr/>
            <p:nvPr/>
          </p:nvSpPr>
          <p:spPr>
            <a:xfrm>
              <a:off x="0" y="0"/>
              <a:ext cx="722400" cy="24021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3" name="Google Shape;883;p33"/>
            <p:cNvSpPr/>
            <p:nvPr/>
          </p:nvSpPr>
          <p:spPr>
            <a:xfrm flipH="1">
              <a:off x="6943500" y="4306950"/>
              <a:ext cx="2200500" cy="8364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4" name="Google Shape;884;p33"/>
            <p:cNvSpPr/>
            <p:nvPr/>
          </p:nvSpPr>
          <p:spPr>
            <a:xfrm rot="10800000" flipH="1">
              <a:off x="0" y="-25"/>
              <a:ext cx="2263500" cy="8421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86" name="Google Shape;886;p33"/>
          <p:cNvGrpSpPr/>
          <p:nvPr/>
        </p:nvGrpSpPr>
        <p:grpSpPr>
          <a:xfrm>
            <a:off x="652751" y="-282033"/>
            <a:ext cx="11233484" cy="8388784"/>
            <a:chOff x="489563" y="-211525"/>
            <a:chExt cx="8425113" cy="6291588"/>
          </a:xfrm>
        </p:grpSpPr>
        <p:grpSp>
          <p:nvGrpSpPr>
            <p:cNvPr id="887" name="Google Shape;887;p33"/>
            <p:cNvGrpSpPr/>
            <p:nvPr/>
          </p:nvGrpSpPr>
          <p:grpSpPr>
            <a:xfrm>
              <a:off x="489563" y="4195813"/>
              <a:ext cx="1885275" cy="1884250"/>
              <a:chOff x="2609275" y="3149350"/>
              <a:chExt cx="1885275" cy="1884250"/>
            </a:xfrm>
          </p:grpSpPr>
          <p:sp>
            <p:nvSpPr>
              <p:cNvPr id="888" name="Google Shape;888;p3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89" name="Google Shape;889;p3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90" name="Google Shape;890;p3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91" name="Google Shape;891;p3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92" name="Google Shape;892;p3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93" name="Google Shape;893;p3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94" name="Google Shape;894;p3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95" name="Google Shape;895;p3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97" name="Google Shape;897;p3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98" name="Google Shape;898;p3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900" name="Google Shape;900;p3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901" name="Google Shape;901;p3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903" name="Google Shape;903;p3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904" name="Google Shape;904;p3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905" name="Google Shape;905;p3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906" name="Google Shape;906;p3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grpSp>
          <p:nvGrpSpPr>
            <p:cNvPr id="907" name="Google Shape;907;p33"/>
            <p:cNvGrpSpPr/>
            <p:nvPr/>
          </p:nvGrpSpPr>
          <p:grpSpPr>
            <a:xfrm>
              <a:off x="7928550" y="-211525"/>
              <a:ext cx="986125" cy="2095500"/>
              <a:chOff x="7631225" y="2241175"/>
              <a:chExt cx="986125" cy="2095500"/>
            </a:xfrm>
          </p:grpSpPr>
          <p:cxnSp>
            <p:nvCxnSpPr>
              <p:cNvPr id="908" name="Google Shape;908;p33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33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33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33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33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33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33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33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6" name="Google Shape;916;p33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7" name="Google Shape;917;p33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8" name="Google Shape;918;p33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9" name="Google Shape;919;p33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0" name="Google Shape;920;p33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1" name="Google Shape;921;p33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5390367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7FE41-508D-4183-8CAB-8540F3A4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9F4E9E-8234-4778-BA31-882B5F607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E25482-0908-4B1E-9A1F-F7A50698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5A61-055B-4170-BE46-C25D554E85A3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6C812-585C-457A-B483-90BEA538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20A59E-F693-4733-94F1-9BFDB763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33E-95F1-4C6B-808F-E34CB1FAB8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244761"/>
      </p:ext>
    </p:extLst>
  </p:cSld>
  <p:clrMapOvr>
    <a:masterClrMapping/>
  </p:clrMapOvr>
  <p:hf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1849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6"/>
          <p:cNvSpPr txBox="1">
            <a:spLocks noGrp="1"/>
          </p:cNvSpPr>
          <p:nvPr>
            <p:ph type="title"/>
          </p:nvPr>
        </p:nvSpPr>
        <p:spPr>
          <a:xfrm>
            <a:off x="955600" y="681367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986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29" Type="http://schemas.openxmlformats.org/officeDocument/2006/relationships/slideLayout" Target="../slideLayouts/slideLayout57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Relationship Id="rId3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85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34" Type="http://schemas.openxmlformats.org/officeDocument/2006/relationships/theme" Target="../theme/theme5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92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29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91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31" Type="http://schemas.openxmlformats.org/officeDocument/2006/relationships/slideLayout" Target="../slideLayouts/slideLayout90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89.xml"/><Relationship Id="rId8" Type="http://schemas.openxmlformats.org/officeDocument/2006/relationships/slideLayout" Target="../slideLayouts/slideLayout6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14828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762" r:id="rId2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69575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76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474276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6487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3167" y="1583467"/>
            <a:ext cx="10265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04680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52" r:id="rId27"/>
    <p:sldLayoutId id="2147483753" r:id="rId28"/>
    <p:sldLayoutId id="2147483754" r:id="rId29"/>
    <p:sldLayoutId id="2147483755" r:id="rId30"/>
    <p:sldLayoutId id="2147483756" r:id="rId31"/>
    <p:sldLayoutId id="2147483757" r:id="rId32"/>
    <p:sldLayoutId id="2147483758" r:id="rId3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4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924" name="Google Shape;924;p3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72678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romandemarco39@gmail.com" TargetMode="Externa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A4670-38FA-4439-AD90-4CB337197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6988" y="1160387"/>
            <a:ext cx="9144000" cy="1590196"/>
          </a:xfrm>
        </p:spPr>
        <p:txBody>
          <a:bodyPr/>
          <a:lstStyle/>
          <a:p>
            <a:r>
              <a:rPr lang="es-MX" sz="5000" b="1" dirty="0">
                <a:latin typeface="Poppins" panose="00000500000000000000" pitchFamily="2" charset="0"/>
                <a:cs typeface="Poppins" panose="00000500000000000000" pitchFamily="2" charset="0"/>
              </a:rPr>
              <a:t>LESIONES MUSCULARES EN EL FÚTBOL EUROPEO</a:t>
            </a:r>
            <a:endParaRPr lang="es-AR" sz="5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A8A8E1-1228-41C5-81A6-B2B18DE24C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9491" y="3022528"/>
            <a:ext cx="6013011" cy="793894"/>
          </a:xfrm>
        </p:spPr>
        <p:txBody>
          <a:bodyPr/>
          <a:lstStyle/>
          <a:p>
            <a:r>
              <a:rPr lang="es-MX" sz="1900" b="1" dirty="0">
                <a:latin typeface="Poppins" panose="00000500000000000000" pitchFamily="2" charset="0"/>
                <a:cs typeface="Poppins" panose="00000500000000000000" pitchFamily="2" charset="0"/>
              </a:rPr>
              <a:t>Frecuencia - Duración - Recurrencia</a:t>
            </a:r>
          </a:p>
          <a:p>
            <a:r>
              <a:rPr lang="es-AR" sz="1900" b="1" dirty="0">
                <a:latin typeface="Poppins" panose="00000500000000000000" pitchFamily="2" charset="0"/>
                <a:cs typeface="Poppins" panose="00000500000000000000" pitchFamily="2" charset="0"/>
              </a:rPr>
              <a:t>2024 - 2026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EFCEB88-5A27-4378-8EE1-1EF29EE6662F}"/>
              </a:ext>
            </a:extLst>
          </p:cNvPr>
          <p:cNvSpPr txBox="1"/>
          <p:nvPr/>
        </p:nvSpPr>
        <p:spPr>
          <a:xfrm>
            <a:off x="0" y="6119336"/>
            <a:ext cx="324800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latin typeface="Poppins" panose="00000500000000000000" pitchFamily="2" charset="0"/>
                <a:cs typeface="Poppins" panose="00000500000000000000" pitchFamily="2" charset="0"/>
              </a:rPr>
              <a:t>Román Demarco</a:t>
            </a:r>
          </a:p>
          <a:p>
            <a:r>
              <a:rPr lang="es-MX" sz="1400" b="1" dirty="0">
                <a:latin typeface="Poppins" panose="00000500000000000000" pitchFamily="2" charset="0"/>
                <a:cs typeface="Poppins" panose="00000500000000000000" pitchFamily="2" charset="0"/>
              </a:rPr>
              <a:t>Septiembre 2026</a:t>
            </a:r>
          </a:p>
          <a:p>
            <a:r>
              <a:rPr lang="es-MX" sz="1400" b="1" dirty="0">
                <a:latin typeface="Poppins" panose="00000500000000000000" pitchFamily="2" charset="0"/>
                <a:cs typeface="Poppins" panose="00000500000000000000" pitchFamily="2" charset="0"/>
              </a:rPr>
              <a:t>Análisis en R · Datos: API-</a:t>
            </a:r>
            <a:r>
              <a:rPr lang="es-MX" sz="1400" b="1" dirty="0" err="1">
                <a:latin typeface="Poppins" panose="00000500000000000000" pitchFamily="2" charset="0"/>
                <a:cs typeface="Poppins" panose="00000500000000000000" pitchFamily="2" charset="0"/>
              </a:rPr>
              <a:t>Football</a:t>
            </a:r>
            <a:endParaRPr lang="es-AR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39C4C4D-B051-4ADC-A4DA-BC91C7DF1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5" y="4203846"/>
            <a:ext cx="1018222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63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F8141-CC9B-444C-A30D-C62F0C83E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887" y="1200150"/>
            <a:ext cx="10182225" cy="633412"/>
          </a:xfrm>
        </p:spPr>
        <p:txBody>
          <a:bodyPr>
            <a:normAutofit fontScale="90000"/>
          </a:bodyPr>
          <a:lstStyle/>
          <a:p>
            <a:r>
              <a:rPr lang="es-MX" sz="3200" dirty="0">
                <a:latin typeface="Poppins" panose="00000500000000000000" pitchFamily="2" charset="0"/>
                <a:cs typeface="Poppins" panose="00000500000000000000" pitchFamily="2" charset="0"/>
              </a:rPr>
              <a:t>¿Todas las lesiones musculares son iguales?</a:t>
            </a:r>
            <a:endParaRPr lang="es-AR" sz="3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F09C73-D4E3-4E22-87C1-953B3ECAE7E0}"/>
              </a:ext>
            </a:extLst>
          </p:cNvPr>
          <p:cNvSpPr txBox="1"/>
          <p:nvPr/>
        </p:nvSpPr>
        <p:spPr>
          <a:xfrm>
            <a:off x="1785936" y="2390774"/>
            <a:ext cx="86201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Las lesiones musculares son la categoría más frecuente en el fútbol profesional.</a:t>
            </a:r>
          </a:p>
          <a:p>
            <a:endParaRPr lang="es-ES" sz="2000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Pero "muscular" agrupa cosas distintas: isquiotibiales, cuádriceps, gemelo, aductores.</a:t>
            </a:r>
          </a:p>
          <a:p>
            <a:endParaRPr lang="es-ES" sz="2000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La pregunta es, </a:t>
            </a:r>
            <a:r>
              <a:rPr lang="es-MX" sz="2000" b="1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¿se diferencian en algo que importe para la planificación deportiva?</a:t>
            </a:r>
            <a:r>
              <a:rPr lang="es-ES" sz="2000" b="1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 </a:t>
            </a:r>
            <a:endParaRPr lang="es-AR" sz="2000" b="1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F45755-46ED-4D08-A666-462A064F9CB2}"/>
              </a:ext>
            </a:extLst>
          </p:cNvPr>
          <p:cNvSpPr txBox="1"/>
          <p:nvPr/>
        </p:nvSpPr>
        <p:spPr>
          <a:xfrm>
            <a:off x="4133848" y="150495"/>
            <a:ext cx="39242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AR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Contexto y pregunta</a:t>
            </a:r>
          </a:p>
        </p:txBody>
      </p:sp>
    </p:spTree>
    <p:extLst>
      <p:ext uri="{BB962C8B-B14F-4D97-AF65-F5344CB8AC3E}">
        <p14:creationId xmlns:p14="http://schemas.microsoft.com/office/powerpoint/2010/main" val="53752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7A055-4197-45A0-B7B7-31AC210A5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7" y="926464"/>
            <a:ext cx="9944102" cy="531811"/>
          </a:xfrm>
        </p:spPr>
        <p:txBody>
          <a:bodyPr/>
          <a:lstStyle/>
          <a:p>
            <a:r>
              <a:rPr lang="es-AR" sz="2900" dirty="0">
                <a:latin typeface="Poppins" panose="00000500000000000000" pitchFamily="2" charset="0"/>
                <a:cs typeface="Poppins" panose="00000500000000000000" pitchFamily="2" charset="0"/>
              </a:rPr>
              <a:t>31.203 registros, cinco ligas, tres temporadas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E7E18D-4A3B-4660-ADC9-17F90E172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6558" y="4189573"/>
            <a:ext cx="9144000" cy="1926748"/>
          </a:xfrm>
        </p:spPr>
        <p:txBody>
          <a:bodyPr/>
          <a:lstStyle/>
          <a:p>
            <a:pPr marL="342900" indent="-342900" algn="l">
              <a:buFontTx/>
              <a:buChar char="-"/>
            </a:pPr>
            <a:r>
              <a:rPr lang="es-MX" sz="1600" dirty="0"/>
              <a:t>Fuente: API-</a:t>
            </a:r>
            <a:r>
              <a:rPr lang="es-MX" sz="1600" dirty="0" err="1"/>
              <a:t>Football</a:t>
            </a:r>
            <a:r>
              <a:rPr lang="es-MX" sz="1600" dirty="0"/>
              <a:t>. Cada registro es un partido que un jugador se perdió.</a:t>
            </a:r>
          </a:p>
          <a:p>
            <a:pPr marL="0" indent="0" algn="l"/>
            <a:endParaRPr lang="es-MX" sz="1600" dirty="0"/>
          </a:p>
          <a:p>
            <a:pPr marL="342900" indent="-342900" algn="l">
              <a:buFontTx/>
              <a:buChar char="-"/>
            </a:pPr>
            <a:r>
              <a:rPr lang="es-MX" sz="1600" dirty="0"/>
              <a:t>De 31.203 registros se descartaron 5.822 que no eran lesión: suspensiones,  convocatorias a selección, decisiones técnicas.</a:t>
            </a:r>
          </a:p>
          <a:p>
            <a:pPr marL="0" indent="0" algn="l"/>
            <a:endParaRPr lang="es-MX" sz="1600" dirty="0"/>
          </a:p>
          <a:p>
            <a:pPr marL="342900" indent="-342900" algn="l">
              <a:buFontTx/>
              <a:buChar char="-"/>
            </a:pPr>
            <a:r>
              <a:rPr lang="es-MX" sz="1600" dirty="0"/>
              <a:t>Las ausencias consecutivas del mismo jugador y tipo, separadas por menos de  45 días, se agruparon en un episodio. Resultado: 6.329 episodios.</a:t>
            </a:r>
            <a:endParaRPr lang="es-AR" sz="1600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C23B9497-9EC8-4634-A96F-AE0C7E3A0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563026"/>
              </p:ext>
            </p:extLst>
          </p:nvPr>
        </p:nvGraphicFramePr>
        <p:xfrm>
          <a:off x="1962941" y="1546066"/>
          <a:ext cx="8266113" cy="24245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86292">
                  <a:extLst>
                    <a:ext uri="{9D8B030D-6E8A-4147-A177-3AD203B41FA5}">
                      <a16:colId xmlns:a16="http://schemas.microsoft.com/office/drawing/2014/main" val="435945011"/>
                    </a:ext>
                  </a:extLst>
                </a:gridCol>
                <a:gridCol w="3024450">
                  <a:extLst>
                    <a:ext uri="{9D8B030D-6E8A-4147-A177-3AD203B41FA5}">
                      <a16:colId xmlns:a16="http://schemas.microsoft.com/office/drawing/2014/main" val="1511175367"/>
                    </a:ext>
                  </a:extLst>
                </a:gridCol>
                <a:gridCol w="2755371">
                  <a:extLst>
                    <a:ext uri="{9D8B030D-6E8A-4147-A177-3AD203B41FA5}">
                      <a16:colId xmlns:a16="http://schemas.microsoft.com/office/drawing/2014/main" val="3282925571"/>
                    </a:ext>
                  </a:extLst>
                </a:gridCol>
              </a:tblGrid>
              <a:tr h="404098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LIGA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EPISODIOS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JUGADORES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411982"/>
                  </a:ext>
                </a:extLst>
              </a:tr>
              <a:tr h="404098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Premier League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1206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543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876834"/>
                  </a:ext>
                </a:extLst>
              </a:tr>
              <a:tr h="404098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 Liga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1425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560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268462"/>
                  </a:ext>
                </a:extLst>
              </a:tr>
              <a:tr h="404098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Serie 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1361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586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072251"/>
                  </a:ext>
                </a:extLst>
              </a:tr>
              <a:tr h="404098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Bundesliga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1158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548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18239"/>
                  </a:ext>
                </a:extLst>
              </a:tr>
              <a:tr h="404098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Ligue 1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1179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557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631836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084BCEAC-D750-4A7F-8248-86B4DC535885}"/>
              </a:ext>
            </a:extLst>
          </p:cNvPr>
          <p:cNvSpPr txBox="1"/>
          <p:nvPr/>
        </p:nvSpPr>
        <p:spPr>
          <a:xfrm>
            <a:off x="4362448" y="142396"/>
            <a:ext cx="34671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AR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Datos y método</a:t>
            </a:r>
          </a:p>
        </p:txBody>
      </p:sp>
    </p:spTree>
    <p:extLst>
      <p:ext uri="{BB962C8B-B14F-4D97-AF65-F5344CB8AC3E}">
        <p14:creationId xmlns:p14="http://schemas.microsoft.com/office/powerpoint/2010/main" val="154291569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A11DA-2F1A-451E-8D7A-9C3912F50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956" y="1028700"/>
            <a:ext cx="8828088" cy="604838"/>
          </a:xfrm>
        </p:spPr>
        <p:txBody>
          <a:bodyPr/>
          <a:lstStyle/>
          <a:p>
            <a:r>
              <a:rPr lang="es-MX" sz="2900" dirty="0">
                <a:latin typeface="Poppins" panose="00000500000000000000" pitchFamily="2" charset="0"/>
                <a:cs typeface="Poppins" panose="00000500000000000000" pitchFamily="2" charset="0"/>
              </a:rPr>
              <a:t>Las musculares son el 39% de los episodios</a:t>
            </a:r>
            <a:endParaRPr lang="es-AR" sz="2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728FED2A-051E-4DD8-9012-0B9F472D0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113013"/>
              </p:ext>
            </p:extLst>
          </p:nvPr>
        </p:nvGraphicFramePr>
        <p:xfrm>
          <a:off x="1997868" y="1890474"/>
          <a:ext cx="8512176" cy="26949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37392">
                  <a:extLst>
                    <a:ext uri="{9D8B030D-6E8A-4147-A177-3AD203B41FA5}">
                      <a16:colId xmlns:a16="http://schemas.microsoft.com/office/drawing/2014/main" val="1388245446"/>
                    </a:ext>
                  </a:extLst>
                </a:gridCol>
                <a:gridCol w="2837392">
                  <a:extLst>
                    <a:ext uri="{9D8B030D-6E8A-4147-A177-3AD203B41FA5}">
                      <a16:colId xmlns:a16="http://schemas.microsoft.com/office/drawing/2014/main" val="11299472"/>
                    </a:ext>
                  </a:extLst>
                </a:gridCol>
                <a:gridCol w="2837392">
                  <a:extLst>
                    <a:ext uri="{9D8B030D-6E8A-4147-A177-3AD203B41FA5}">
                      <a16:colId xmlns:a16="http://schemas.microsoft.com/office/drawing/2014/main" val="2317603125"/>
                    </a:ext>
                  </a:extLst>
                </a:gridCol>
              </a:tblGrid>
              <a:tr h="357426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CATEGORÍA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EPISODIOS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%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425250"/>
                  </a:ext>
                </a:extLst>
              </a:tr>
              <a:tr h="463784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Musculares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2453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554418"/>
                  </a:ext>
                </a:extLst>
              </a:tr>
              <a:tr h="463784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Sin especificar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1595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25%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120954"/>
                  </a:ext>
                </a:extLst>
              </a:tr>
              <a:tr h="463784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Rodilla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772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12%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496"/>
                  </a:ext>
                </a:extLst>
              </a:tr>
              <a:tr h="463784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Tobillo/pie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606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10%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25177"/>
                  </a:ext>
                </a:extLst>
              </a:tr>
              <a:tr h="463784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Resto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903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14%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273813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800300D5-1688-46B1-A6DE-5FC173077B9A}"/>
              </a:ext>
            </a:extLst>
          </p:cNvPr>
          <p:cNvSpPr txBox="1"/>
          <p:nvPr/>
        </p:nvSpPr>
        <p:spPr>
          <a:xfrm>
            <a:off x="4362448" y="142396"/>
            <a:ext cx="34671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AR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Panorama general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6143F3-9979-4669-92EE-72247B5C07ED}"/>
              </a:ext>
            </a:extLst>
          </p:cNvPr>
          <p:cNvSpPr txBox="1"/>
          <p:nvPr/>
        </p:nvSpPr>
        <p:spPr>
          <a:xfrm>
            <a:off x="1997868" y="4967526"/>
            <a:ext cx="882808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Dentro de las musculares: cuádriceps/muslo 613, gemelo 279, isquiotibiales 274, aductores 188, y 1.099 sin subtipo especificado.</a:t>
            </a:r>
            <a:endParaRPr lang="es-AR" sz="1600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0430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FD16F2F-51AB-4645-BD6D-E7184418C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678" y="2596476"/>
            <a:ext cx="4277362" cy="2358072"/>
          </a:xfrm>
        </p:spPr>
        <p:txBody>
          <a:bodyPr/>
          <a:lstStyle/>
          <a:p>
            <a:pPr marL="342900" indent="-342900" algn="l">
              <a:buFontTx/>
              <a:buChar char="-"/>
            </a:pPr>
            <a:r>
              <a:rPr lang="es-MX" sz="1600" dirty="0">
                <a:sym typeface="Arial"/>
              </a:rPr>
              <a:t>Mediana muscular: 2 a 3 partidos. Mediana de rodilla: 6.</a:t>
            </a:r>
          </a:p>
          <a:p>
            <a:pPr marL="0" indent="0" algn="l"/>
            <a:endParaRPr lang="es-MX" sz="1600" dirty="0">
              <a:sym typeface="Arial"/>
            </a:endParaRPr>
          </a:p>
          <a:p>
            <a:pPr marL="342900" indent="-342900" algn="l">
              <a:buFontTx/>
              <a:buChar char="-"/>
            </a:pPr>
            <a:r>
              <a:rPr lang="es-MX" sz="1600" dirty="0">
                <a:sym typeface="Arial"/>
              </a:rPr>
              <a:t>Pero la rodilla tiene una cola muy larga: la mitad de los casos se resuelve en 6 partidos, y uno de cada diez supera los 24.</a:t>
            </a:r>
            <a:endParaRPr lang="es-AR" sz="1600" dirty="0">
              <a:sym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1615E8C-ECED-44AD-9959-EAF164C1155F}"/>
              </a:ext>
            </a:extLst>
          </p:cNvPr>
          <p:cNvSpPr txBox="1"/>
          <p:nvPr/>
        </p:nvSpPr>
        <p:spPr>
          <a:xfrm>
            <a:off x="1009641" y="924689"/>
            <a:ext cx="1017271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300" b="1" dirty="0">
                <a:latin typeface="Poppins" panose="00000500000000000000" pitchFamily="2" charset="0"/>
                <a:cs typeface="Poppins" panose="00000500000000000000" pitchFamily="2" charset="0"/>
              </a:rPr>
              <a:t>Las lesiones musculares son cortas; las de rodilla tienen cola larga</a:t>
            </a:r>
            <a:endParaRPr lang="es-AR" sz="2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0394E7-F17F-4E91-A412-422808A9F862}"/>
              </a:ext>
            </a:extLst>
          </p:cNvPr>
          <p:cNvSpPr txBox="1"/>
          <p:nvPr/>
        </p:nvSpPr>
        <p:spPr>
          <a:xfrm>
            <a:off x="4362448" y="142396"/>
            <a:ext cx="34671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AR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Duración por tipo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A9E53BA-8D55-417B-AD94-600269936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00"/>
          <a:stretch/>
        </p:blipFill>
        <p:spPr>
          <a:xfrm>
            <a:off x="4511040" y="1576857"/>
            <a:ext cx="7680960" cy="439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0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F8141-CC9B-444C-A30D-C62F0C83E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884" y="813018"/>
            <a:ext cx="10182225" cy="633412"/>
          </a:xfrm>
        </p:spPr>
        <p:txBody>
          <a:bodyPr>
            <a:normAutofit fontScale="90000"/>
          </a:bodyPr>
          <a:lstStyle/>
          <a:p>
            <a:r>
              <a:rPr lang="es-MX" sz="3200" dirty="0">
                <a:latin typeface="Poppins" panose="00000500000000000000" pitchFamily="2" charset="0"/>
                <a:cs typeface="Poppins" panose="00000500000000000000" pitchFamily="2" charset="0"/>
              </a:rPr>
              <a:t>¿Medir en partidos o en días?</a:t>
            </a:r>
            <a:endParaRPr lang="es-AR" sz="3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F09C73-D4E3-4E22-87C1-953B3ECAE7E0}"/>
              </a:ext>
            </a:extLst>
          </p:cNvPr>
          <p:cNvSpPr txBox="1"/>
          <p:nvPr/>
        </p:nvSpPr>
        <p:spPr>
          <a:xfrm>
            <a:off x="607218" y="4229100"/>
            <a:ext cx="109775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04800">
              <a:buClr>
                <a:schemeClr val="dk1"/>
              </a:buClr>
              <a:buSzPts val="1200"/>
              <a:buFontTx/>
              <a:buChar char="-"/>
            </a:pPr>
            <a:r>
              <a:rPr lang="es-MX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Medir en partidos podría confundir gravedad con densidad de calendario: una misma lesión cuesta más partidos si el equipo juega cada tres días. </a:t>
            </a:r>
          </a:p>
          <a:p>
            <a:pPr marL="457200" indent="-304800">
              <a:buClr>
                <a:schemeClr val="dk1"/>
              </a:buClr>
              <a:buSzPts val="1200"/>
              <a:buFontTx/>
              <a:buChar char="-"/>
            </a:pPr>
            <a:endParaRPr lang="es-MX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  <a:p>
            <a:pPr marL="457200" indent="-304800">
              <a:buClr>
                <a:schemeClr val="dk1"/>
              </a:buClr>
              <a:buSzPts val="1200"/>
              <a:buFontTx/>
              <a:buChar char="-"/>
            </a:pPr>
            <a:r>
              <a:rPr lang="es-MX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Se verificó y no ocurre. La relación partidos/días es casi idéntica en las cinco ligas: entre 7,1 y 7,9 partidos perdidos cada 30 días de baja.</a:t>
            </a:r>
          </a:p>
          <a:p>
            <a:pPr marL="152400">
              <a:buClr>
                <a:schemeClr val="dk1"/>
              </a:buClr>
              <a:buSzPts val="1200"/>
            </a:pPr>
            <a:endParaRPr lang="es-MX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  <a:p>
            <a:pPr marL="457200" indent="-304800">
              <a:buClr>
                <a:schemeClr val="dk1"/>
              </a:buClr>
              <a:buSzPts val="1200"/>
              <a:buFontTx/>
              <a:buChar char="-"/>
            </a:pPr>
            <a:r>
              <a:rPr lang="es-MX" dirty="0">
                <a:solidFill>
                  <a:schemeClr val="dk1"/>
                </a:solidFill>
                <a:latin typeface="Poppins"/>
                <a:cs typeface="Poppins"/>
              </a:rPr>
              <a:t>Las medianas en días parecen distintas (13 vs 8), pero es un artefacto: los episodios de un solo partido registran cero días por construcción. Excluyéndolos, isquiotibiales y cuádriceps dan 19,5 y 20 días. No hay diferencia real.</a:t>
            </a:r>
            <a:endParaRPr lang="es-AR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F45755-46ED-4D08-A666-462A064F9CB2}"/>
              </a:ext>
            </a:extLst>
          </p:cNvPr>
          <p:cNvSpPr txBox="1"/>
          <p:nvPr/>
        </p:nvSpPr>
        <p:spPr>
          <a:xfrm>
            <a:off x="4133848" y="150495"/>
            <a:ext cx="39242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P</a:t>
            </a:r>
            <a:r>
              <a:rPr lang="es-AR" sz="26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artidos</a:t>
            </a:r>
            <a:r>
              <a:rPr lang="es-AR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 vs días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EB2CED77-BBB8-40D8-B7CF-F04542803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349778"/>
              </p:ext>
            </p:extLst>
          </p:nvPr>
        </p:nvGraphicFramePr>
        <p:xfrm>
          <a:off x="2031996" y="1521821"/>
          <a:ext cx="8128000" cy="2631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479">
                  <a:extLst>
                    <a:ext uri="{9D8B030D-6E8A-4147-A177-3AD203B41FA5}">
                      <a16:colId xmlns:a16="http://schemas.microsoft.com/office/drawing/2014/main" val="4270257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03419667"/>
                    </a:ext>
                  </a:extLst>
                </a:gridCol>
                <a:gridCol w="1508121">
                  <a:extLst>
                    <a:ext uri="{9D8B030D-6E8A-4147-A177-3AD203B41FA5}">
                      <a16:colId xmlns:a16="http://schemas.microsoft.com/office/drawing/2014/main" val="252148088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2992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TIPO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PARTIDOS P50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DIAS P50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DÍAS P90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94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Rodilla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57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Isquiotibiales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54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967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Cuádriceps/muslo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56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92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Tobillo/pie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74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069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Aductores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61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000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Gemelo/sóleo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42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9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453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8210A-B748-443B-9C4D-4FCC9C7E3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2523" y="1019604"/>
            <a:ext cx="9886950" cy="609599"/>
          </a:xfrm>
        </p:spPr>
        <p:txBody>
          <a:bodyPr/>
          <a:lstStyle/>
          <a:p>
            <a:r>
              <a:rPr lang="es-MX" sz="2900" b="1" dirty="0">
                <a:latin typeface="Poppins" panose="00000500000000000000" pitchFamily="2" charset="0"/>
                <a:cs typeface="Poppins" panose="00000500000000000000" pitchFamily="2" charset="0"/>
              </a:rPr>
              <a:t>Los cuatro subtipos musculares duran lo mismo</a:t>
            </a:r>
            <a:endParaRPr lang="es-AR" sz="29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DE0B4D-C927-4AB3-885E-A8AE5E484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0523" y="4312072"/>
            <a:ext cx="9144000" cy="1548271"/>
          </a:xfrm>
        </p:spPr>
        <p:txBody>
          <a:bodyPr/>
          <a:lstStyle/>
          <a:p>
            <a:pPr marL="285750" indent="-285750" algn="l">
              <a:buFontTx/>
              <a:buChar char="-"/>
            </a:pPr>
            <a:r>
              <a:rPr lang="es-MX" sz="1800" dirty="0"/>
              <a:t>Saber qué músculo se lesionó no ayuda a estimar cuánto tiempo estará afuera. Todas las distribuciones son prácticamente idénticas.</a:t>
            </a:r>
          </a:p>
          <a:p>
            <a:pPr marL="0" indent="0" algn="l"/>
            <a:endParaRPr lang="es-MX" sz="1800" dirty="0"/>
          </a:p>
          <a:p>
            <a:pPr marL="285750" indent="-285750" algn="l">
              <a:buFontTx/>
              <a:buChar char="-"/>
            </a:pPr>
            <a:r>
              <a:rPr lang="es-MX" sz="1800" dirty="0"/>
              <a:t>En los cuatro subtipos, el 90% de los casos se resuelve en menos de 9 partidos.</a:t>
            </a:r>
            <a:endParaRPr lang="es-AR" sz="1800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AA010CF6-D4A8-4E75-8EF5-9BCB58DC9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447823"/>
              </p:ext>
            </p:extLst>
          </p:nvPr>
        </p:nvGraphicFramePr>
        <p:xfrm>
          <a:off x="1660523" y="1935475"/>
          <a:ext cx="9007475" cy="21091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68577">
                  <a:extLst>
                    <a:ext uri="{9D8B030D-6E8A-4147-A177-3AD203B41FA5}">
                      <a16:colId xmlns:a16="http://schemas.microsoft.com/office/drawing/2014/main" val="1329901086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402552215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127683942"/>
                    </a:ext>
                  </a:extLst>
                </a:gridCol>
                <a:gridCol w="1551303">
                  <a:extLst>
                    <a:ext uri="{9D8B030D-6E8A-4147-A177-3AD203B41FA5}">
                      <a16:colId xmlns:a16="http://schemas.microsoft.com/office/drawing/2014/main" val="2786623309"/>
                    </a:ext>
                  </a:extLst>
                </a:gridCol>
                <a:gridCol w="1801495">
                  <a:extLst>
                    <a:ext uri="{9D8B030D-6E8A-4147-A177-3AD203B41FA5}">
                      <a16:colId xmlns:a16="http://schemas.microsoft.com/office/drawing/2014/main" val="318318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SUBTIPO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EPISODIOS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MEDIANA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P75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P90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974231"/>
                  </a:ext>
                </a:extLst>
              </a:tr>
              <a:tr h="433282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Cuádriceps/muslo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613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931541"/>
                  </a:ext>
                </a:extLst>
              </a:tr>
              <a:tr h="433282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Gemelo/sóleo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279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358859"/>
                  </a:ext>
                </a:extLst>
              </a:tr>
              <a:tr h="433282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Isquiotibiales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274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8,7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82558"/>
                  </a:ext>
                </a:extLst>
              </a:tr>
              <a:tr h="433282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Aductores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188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8,3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128619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06CD34F-1230-46E3-9483-4A61B5231EF5}"/>
              </a:ext>
            </a:extLst>
          </p:cNvPr>
          <p:cNvSpPr txBox="1"/>
          <p:nvPr/>
        </p:nvSpPr>
        <p:spPr>
          <a:xfrm>
            <a:off x="3582349" y="187698"/>
            <a:ext cx="5027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AR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El subtipo no predice la duración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53564F-C7A5-4630-85C1-D62A1BC355E0}"/>
              </a:ext>
            </a:extLst>
          </p:cNvPr>
          <p:cNvSpPr txBox="1"/>
          <p:nvPr/>
        </p:nvSpPr>
        <p:spPr>
          <a:xfrm>
            <a:off x="4651289" y="4004295"/>
            <a:ext cx="3025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Poppins" panose="00000500000000000000" pitchFamily="2" charset="0"/>
                <a:cs typeface="Poppins" panose="00000500000000000000" pitchFamily="2" charset="0"/>
              </a:rPr>
              <a:t>*Valores en partidos perdidos</a:t>
            </a:r>
            <a:endParaRPr lang="es-AR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770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CA177-EA03-425E-84D0-DF3D995D7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935" y="95251"/>
            <a:ext cx="9144000" cy="1293333"/>
          </a:xfrm>
        </p:spPr>
        <p:txBody>
          <a:bodyPr>
            <a:normAutofit/>
          </a:bodyPr>
          <a:lstStyle/>
          <a:p>
            <a:pPr algn="l"/>
            <a:b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A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9728AF-D749-4A4A-894F-7483E854F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4072" y="2402249"/>
            <a:ext cx="3927949" cy="2807291"/>
          </a:xfrm>
        </p:spPr>
        <p:txBody>
          <a:bodyPr/>
          <a:lstStyle/>
          <a:p>
            <a:pPr algn="l">
              <a:buFontTx/>
              <a:buChar char="-"/>
            </a:pPr>
            <a:r>
              <a:rPr lang="es-MX" sz="1800" dirty="0"/>
              <a:t>Isquiotibiales y cuádriceps recaen casi el doble que gemelo y aductores.</a:t>
            </a:r>
          </a:p>
          <a:p>
            <a:pPr algn="l">
              <a:buFontTx/>
              <a:buChar char="-"/>
            </a:pPr>
            <a:endParaRPr lang="es-MX" sz="1800" dirty="0"/>
          </a:p>
          <a:p>
            <a:pPr algn="l">
              <a:buFontTx/>
              <a:buChar char="-"/>
            </a:pPr>
            <a:r>
              <a:rPr lang="es-MX" sz="1800" dirty="0"/>
              <a:t>Uno de cada seis jugadores que se lesiona los </a:t>
            </a:r>
            <a:r>
              <a:rPr lang="es-MX" sz="1800" dirty="0" err="1"/>
              <a:t>isquios</a:t>
            </a:r>
            <a:r>
              <a:rPr lang="es-MX" sz="1800" dirty="0"/>
              <a:t> vuelve a lesionárselos.</a:t>
            </a:r>
            <a:endParaRPr lang="es-AR" sz="1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638FFB-65FD-4C36-A8A0-E7B61C9D8B30}"/>
              </a:ext>
            </a:extLst>
          </p:cNvPr>
          <p:cNvSpPr txBox="1"/>
          <p:nvPr/>
        </p:nvSpPr>
        <p:spPr>
          <a:xfrm>
            <a:off x="3582349" y="129883"/>
            <a:ext cx="50272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R</a:t>
            </a:r>
            <a:r>
              <a:rPr lang="es-AR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ecurrencia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01DB275-D2F8-4F90-AC4B-77F60A88EE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9" t="9116" r="12771" b="2295"/>
          <a:stretch/>
        </p:blipFill>
        <p:spPr>
          <a:xfrm>
            <a:off x="353375" y="1577587"/>
            <a:ext cx="7115971" cy="4456613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072CF02-94F6-4836-9959-0499E8FD56EF}"/>
              </a:ext>
            </a:extLst>
          </p:cNvPr>
          <p:cNvSpPr txBox="1">
            <a:spLocks/>
          </p:cNvSpPr>
          <p:nvPr/>
        </p:nvSpPr>
        <p:spPr>
          <a:xfrm>
            <a:off x="1217452" y="811331"/>
            <a:ext cx="9886950" cy="60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900" dirty="0">
                <a:latin typeface="Poppins" panose="00000500000000000000" pitchFamily="2" charset="0"/>
                <a:cs typeface="Poppins" panose="00000500000000000000" pitchFamily="2" charset="0"/>
              </a:rPr>
              <a:t>Pero recaen de forma muy distinta</a:t>
            </a:r>
          </a:p>
        </p:txBody>
      </p:sp>
    </p:spTree>
    <p:extLst>
      <p:ext uri="{BB962C8B-B14F-4D97-AF65-F5344CB8AC3E}">
        <p14:creationId xmlns:p14="http://schemas.microsoft.com/office/powerpoint/2010/main" val="56390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8210A-B748-443B-9C4D-4FCC9C7E3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2522" y="895779"/>
            <a:ext cx="9886950" cy="609599"/>
          </a:xfrm>
        </p:spPr>
        <p:txBody>
          <a:bodyPr/>
          <a:lstStyle/>
          <a:p>
            <a:r>
              <a:rPr lang="es-MX" sz="2900" b="1" dirty="0">
                <a:latin typeface="Poppins" panose="00000500000000000000" pitchFamily="2" charset="0"/>
                <a:cs typeface="Poppins" panose="00000500000000000000" pitchFamily="2" charset="0"/>
              </a:rPr>
              <a:t>¿Por qué los isquiotibiales recaen más?</a:t>
            </a:r>
            <a:endParaRPr lang="es-AR" sz="29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DE0B4D-C927-4AB3-885E-A8AE5E484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7" y="4383192"/>
            <a:ext cx="9144000" cy="1646133"/>
          </a:xfrm>
        </p:spPr>
        <p:txBody>
          <a:bodyPr/>
          <a:lstStyle/>
          <a:p>
            <a:pPr marL="285750" indent="-285750" algn="l">
              <a:buFontTx/>
              <a:buChar char="-"/>
            </a:pPr>
            <a:r>
              <a:rPr lang="es-MX" sz="1400" b="1" dirty="0">
                <a:solidFill>
                  <a:srgbClr val="1F1F1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Biarticularidad y momento de fuerza:</a:t>
            </a:r>
            <a:r>
              <a:rPr lang="es-MX" sz="1400" dirty="0">
                <a:solidFill>
                  <a:srgbClr val="1F1F1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Los isquiotibiales cruzan la cadera y la rodilla. En la fase de oscilación terminal del sprint, deben elongarse en la cadera mientras contraen excéntricamente para desacelerar la tibia. Los aductores actúan sobre todo como estabilizadores pélvicos en planos frontal y transverso.</a:t>
            </a:r>
          </a:p>
          <a:p>
            <a:pPr marL="285750" indent="-285750" algn="l">
              <a:buFontTx/>
              <a:buChar char="-"/>
            </a:pPr>
            <a:r>
              <a:rPr lang="es-MX" sz="1400" b="1" dirty="0">
                <a:solidFill>
                  <a:srgbClr val="1F1F1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Exigencia neuromuscular a alta velocidad: </a:t>
            </a:r>
            <a:r>
              <a:rPr lang="es-MX" sz="1400" dirty="0">
                <a:solidFill>
                  <a:srgbClr val="1F1F1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Los isquiotibiales tienen una alta proporción de fibras rápidas Tipo IIX, sujetas a gran fatiga al final de los partidos. Si no se reentrena la fuerza excéntrica a alta velocidad, la falta de coordinación neuromuscular desencadena la re-ruptura.</a:t>
            </a:r>
            <a:br>
              <a:rPr lang="es-MX" sz="1400" dirty="0">
                <a:solidFill>
                  <a:srgbClr val="1F1F1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s-MX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06CD34F-1230-46E3-9483-4A61B5231EF5}"/>
              </a:ext>
            </a:extLst>
          </p:cNvPr>
          <p:cNvSpPr txBox="1"/>
          <p:nvPr/>
        </p:nvSpPr>
        <p:spPr>
          <a:xfrm>
            <a:off x="3582349" y="187698"/>
            <a:ext cx="5027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Lectura clínica</a:t>
            </a:r>
            <a:endParaRPr lang="es-AR" sz="2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1026" name="Picture 2" descr="Lesión de isquiotibiales: tipos, tratamiento y tiempo de recuperación -  Quintana Massages">
            <a:extLst>
              <a:ext uri="{FF2B5EF4-FFF2-40B4-BE49-F238E27FC236}">
                <a16:creationId xmlns:a16="http://schemas.microsoft.com/office/drawing/2014/main" id="{34610514-E1D3-4049-A7AE-0282F1B2D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638" y="1505378"/>
            <a:ext cx="3250723" cy="279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154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ítulo 6">
            <a:extLst>
              <a:ext uri="{FF2B5EF4-FFF2-40B4-BE49-F238E27FC236}">
                <a16:creationId xmlns:a16="http://schemas.microsoft.com/office/drawing/2014/main" id="{B116D571-9C4C-4637-88CF-E21A5B2C8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0410" y="2005864"/>
            <a:ext cx="4937923" cy="3196055"/>
          </a:xfrm>
        </p:spPr>
        <p:txBody>
          <a:bodyPr/>
          <a:lstStyle/>
          <a:p>
            <a:pPr marL="285750" indent="-285750" algn="l">
              <a:buFont typeface="Calibri" panose="020F0502020204030204" pitchFamily="34" charset="0"/>
              <a:buChar char="⁻"/>
            </a:pPr>
            <a:r>
              <a:rPr lang="es-MX" sz="1800" dirty="0"/>
              <a:t>El riesgo no se distribuye parejo en el tiempo: se concentra en la ventana inmediata al alta. En isquiotibiales, uno de cada tres reingresos termina en una nueva lesión dentro de los dos meses.</a:t>
            </a:r>
          </a:p>
          <a:p>
            <a:pPr marL="0" indent="0" algn="l"/>
            <a:endParaRPr lang="es-MX" sz="1800" dirty="0"/>
          </a:p>
          <a:p>
            <a:pPr marL="285750" indent="-285750" algn="l">
              <a:buFont typeface="Calibri" panose="020F0502020204030204" pitchFamily="34" charset="0"/>
              <a:buChar char="⁻"/>
            </a:pPr>
            <a:r>
              <a:rPr lang="es-MX" sz="1800" dirty="0"/>
              <a:t>Los datos no permiten distinguir entre retorno prematuro, predisposición individual o carga inadecuada posterior al alta.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CD662DB-C246-4255-97D2-13EF7DC91AB1}"/>
              </a:ext>
            </a:extLst>
          </p:cNvPr>
          <p:cNvSpPr txBox="1"/>
          <p:nvPr/>
        </p:nvSpPr>
        <p:spPr>
          <a:xfrm>
            <a:off x="3582349" y="129883"/>
            <a:ext cx="50272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Recaídas tempranas</a:t>
            </a:r>
            <a:endParaRPr lang="es-AR" sz="2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51A30B3-D681-407B-A33C-BC0A6176786A}"/>
              </a:ext>
            </a:extLst>
          </p:cNvPr>
          <p:cNvSpPr txBox="1">
            <a:spLocks/>
          </p:cNvSpPr>
          <p:nvPr/>
        </p:nvSpPr>
        <p:spPr>
          <a:xfrm>
            <a:off x="1217452" y="811331"/>
            <a:ext cx="9886950" cy="60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s-MX" sz="2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399BF67-62A1-472B-AF1D-87AB51119578}"/>
              </a:ext>
            </a:extLst>
          </p:cNvPr>
          <p:cNvSpPr txBox="1">
            <a:spLocks/>
          </p:cNvSpPr>
          <p:nvPr/>
        </p:nvSpPr>
        <p:spPr>
          <a:xfrm>
            <a:off x="1359692" y="811331"/>
            <a:ext cx="9886950" cy="60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400" dirty="0"/>
              <a:t>Un tercio de las recaídas ocurre antes de los 60 días</a:t>
            </a:r>
            <a:endParaRPr lang="es-MX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4C894CD-3090-47EF-B523-7F24223196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9" r="11653"/>
          <a:stretch/>
        </p:blipFill>
        <p:spPr>
          <a:xfrm>
            <a:off x="24287" y="1533735"/>
            <a:ext cx="7116123" cy="443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72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ítulo 6">
            <a:extLst>
              <a:ext uri="{FF2B5EF4-FFF2-40B4-BE49-F238E27FC236}">
                <a16:creationId xmlns:a16="http://schemas.microsoft.com/office/drawing/2014/main" id="{B116D571-9C4C-4637-88CF-E21A5B2C8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7510" y="1703123"/>
            <a:ext cx="4937923" cy="3766286"/>
          </a:xfrm>
        </p:spPr>
        <p:txBody>
          <a:bodyPr/>
          <a:lstStyle/>
          <a:p>
            <a:pPr marL="285750" indent="-285750" algn="l">
              <a:buFont typeface="Calibri" panose="020F0502020204030204" pitchFamily="34" charset="0"/>
              <a:buChar char="⁻"/>
            </a:pPr>
            <a:r>
              <a:rPr lang="es-MX" sz="1400" dirty="0"/>
              <a:t>A los 10-14 días, la mediana registrada (2 o 3 partidos) el músculo recién abandona la fase proliferativa. El remodelado del colágeno empieza después de los 21 días: el tejido cicatrizal todavía es inmaduro.</a:t>
            </a:r>
          </a:p>
          <a:p>
            <a:pPr marL="0" indent="0" algn="l"/>
            <a:endParaRPr lang="es-MX" sz="1400" dirty="0"/>
          </a:p>
          <a:p>
            <a:pPr marL="285750" indent="-285750" algn="l">
              <a:buFont typeface="Calibri" panose="020F0502020204030204" pitchFamily="34" charset="0"/>
              <a:buChar char="⁻"/>
            </a:pPr>
            <a:r>
              <a:rPr lang="es-MX" sz="1400" dirty="0"/>
              <a:t>Ausencia de dolor no es capacidad funcional. El dolor desaparece mucho antes de que la fibra recupere tolerancia al estrés mecánico dinámico.</a:t>
            </a:r>
          </a:p>
          <a:p>
            <a:pPr marL="285750" indent="-285750" algn="l">
              <a:buFont typeface="Calibri" panose="020F0502020204030204" pitchFamily="34" charset="0"/>
              <a:buChar char="⁻"/>
            </a:pPr>
            <a:endParaRPr lang="es-MX" sz="1400" dirty="0"/>
          </a:p>
          <a:p>
            <a:pPr marL="285750" indent="-285750" algn="l">
              <a:buFont typeface="Calibri" panose="020F0502020204030204" pitchFamily="34" charset="0"/>
              <a:buChar char="⁻"/>
            </a:pPr>
            <a:r>
              <a:rPr lang="es-MX" sz="1400" dirty="0"/>
              <a:t>Falla en los criterios de retorno. Dar el alta cuando el jugador no siente dolor al trotar en línea, sin exigir simetría de fuerza entre ambas piernas (LSI ≥ 90%, </a:t>
            </a:r>
            <a:r>
              <a:rPr lang="es-MX" sz="1400" dirty="0" err="1"/>
              <a:t>Limb</a:t>
            </a:r>
            <a:r>
              <a:rPr lang="es-MX" sz="1400" dirty="0"/>
              <a:t> </a:t>
            </a:r>
            <a:r>
              <a:rPr lang="es-MX" sz="1400" dirty="0" err="1"/>
              <a:t>Symmetry</a:t>
            </a:r>
            <a:r>
              <a:rPr lang="es-MX" sz="1400" dirty="0"/>
              <a:t> </a:t>
            </a:r>
            <a:r>
              <a:rPr lang="es-MX" sz="1400" dirty="0" err="1"/>
              <a:t>Index</a:t>
            </a:r>
            <a:r>
              <a:rPr lang="es-MX" sz="1400" dirty="0"/>
              <a:t>) ni rendimiento funcional dinámico, reintroduce la fibra en zona de falla estructural.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CD662DB-C246-4255-97D2-13EF7DC91AB1}"/>
              </a:ext>
            </a:extLst>
          </p:cNvPr>
          <p:cNvSpPr txBox="1"/>
          <p:nvPr/>
        </p:nvSpPr>
        <p:spPr>
          <a:xfrm>
            <a:off x="3582349" y="129883"/>
            <a:ext cx="50272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Lectura clínica</a:t>
            </a:r>
            <a:endParaRPr lang="es-AR" sz="2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51A30B3-D681-407B-A33C-BC0A6176786A}"/>
              </a:ext>
            </a:extLst>
          </p:cNvPr>
          <p:cNvSpPr txBox="1">
            <a:spLocks/>
          </p:cNvSpPr>
          <p:nvPr/>
        </p:nvSpPr>
        <p:spPr>
          <a:xfrm>
            <a:off x="1217452" y="811331"/>
            <a:ext cx="9886950" cy="60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s-MX" sz="2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399BF67-62A1-472B-AF1D-87AB51119578}"/>
              </a:ext>
            </a:extLst>
          </p:cNvPr>
          <p:cNvSpPr txBox="1">
            <a:spLocks/>
          </p:cNvSpPr>
          <p:nvPr/>
        </p:nvSpPr>
        <p:spPr>
          <a:xfrm>
            <a:off x="1359692" y="811331"/>
            <a:ext cx="9886950" cy="60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400" dirty="0"/>
              <a:t>El alta cae antes del remodelado</a:t>
            </a:r>
            <a:endParaRPr lang="es-MX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E09F2B-AF66-4E3E-BDFF-E6DB8AE80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45" y="1609934"/>
            <a:ext cx="5766154" cy="395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4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ítulo 6">
            <a:extLst>
              <a:ext uri="{FF2B5EF4-FFF2-40B4-BE49-F238E27FC236}">
                <a16:creationId xmlns:a16="http://schemas.microsoft.com/office/drawing/2014/main" id="{B116D571-9C4C-4637-88CF-E21A5B2C8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6630" y="1919392"/>
            <a:ext cx="8918740" cy="3019215"/>
          </a:xfrm>
        </p:spPr>
        <p:txBody>
          <a:bodyPr/>
          <a:lstStyle/>
          <a:p>
            <a:pPr marL="342900" indent="-342900" algn="l">
              <a:buFont typeface="+mj-lt"/>
              <a:buAutoNum type="arabicPeriod"/>
            </a:pPr>
            <a:r>
              <a:rPr lang="es-MX" sz="1600" dirty="0"/>
              <a:t>Carga excéntrica progresiva De isométricos a isotónicos excéntricos en rango externo, para estimular la síntesis de colágeno sin superar 3/10 en la escala de dolor.</a:t>
            </a:r>
          </a:p>
          <a:p>
            <a:pPr marL="342900" indent="-342900" algn="l">
              <a:buFont typeface="+mj-lt"/>
              <a:buAutoNum type="arabicPeriod"/>
            </a:pPr>
            <a:endParaRPr lang="es-MX" sz="1600" dirty="0"/>
          </a:p>
          <a:p>
            <a:pPr marL="342900" indent="-342900" algn="l">
              <a:buFont typeface="+mj-lt"/>
              <a:buAutoNum type="arabicPeriod"/>
            </a:pPr>
            <a:r>
              <a:rPr lang="es-MX" sz="1600" dirty="0"/>
              <a:t>Criterio objetivo de alta No autorizar el retorno sin al menos 90% de simetría de fuerza entre la pierna lesionada y la sana (</a:t>
            </a:r>
            <a:r>
              <a:rPr lang="es-MX" sz="1600" dirty="0" err="1"/>
              <a:t>Limb</a:t>
            </a:r>
            <a:r>
              <a:rPr lang="es-MX" sz="1600" dirty="0"/>
              <a:t> </a:t>
            </a:r>
            <a:r>
              <a:rPr lang="es-MX" sz="1600" dirty="0" err="1"/>
              <a:t>Symmetry</a:t>
            </a:r>
            <a:r>
              <a:rPr lang="es-MX" sz="1600" dirty="0"/>
              <a:t> </a:t>
            </a:r>
            <a:r>
              <a:rPr lang="es-MX" sz="1600" dirty="0" err="1"/>
              <a:t>Index</a:t>
            </a:r>
            <a:r>
              <a:rPr lang="es-MX" sz="1600" dirty="0"/>
              <a:t>), medida con dinamometría y pruebas funcionales de salto y agilidad.</a:t>
            </a:r>
          </a:p>
          <a:p>
            <a:pPr marL="342900" indent="-342900" algn="l">
              <a:buFont typeface="+mj-lt"/>
              <a:buAutoNum type="arabicPeriod"/>
            </a:pPr>
            <a:endParaRPr lang="es-MX" sz="1600" dirty="0"/>
          </a:p>
          <a:p>
            <a:pPr marL="342900" indent="-342900" algn="l">
              <a:buFont typeface="+mj-lt"/>
              <a:buAutoNum type="arabicPeriod"/>
            </a:pPr>
            <a:r>
              <a:rPr lang="es-MX" sz="1600" dirty="0"/>
              <a:t>Gestión del reingreso Monitoreo del volumen de alta intensidad durante los primeros 60 días tras el alta, para respetar la maduración final del tejido.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CD662DB-C246-4255-97D2-13EF7DC91AB1}"/>
              </a:ext>
            </a:extLst>
          </p:cNvPr>
          <p:cNvSpPr txBox="1"/>
          <p:nvPr/>
        </p:nvSpPr>
        <p:spPr>
          <a:xfrm>
            <a:off x="3582349" y="129883"/>
            <a:ext cx="50272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Aplicación clínica</a:t>
            </a:r>
            <a:endParaRPr lang="es-AR" sz="2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51A30B3-D681-407B-A33C-BC0A6176786A}"/>
              </a:ext>
            </a:extLst>
          </p:cNvPr>
          <p:cNvSpPr txBox="1">
            <a:spLocks/>
          </p:cNvSpPr>
          <p:nvPr/>
        </p:nvSpPr>
        <p:spPr>
          <a:xfrm>
            <a:off x="1217452" y="811331"/>
            <a:ext cx="9886950" cy="60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s-MX" sz="2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399BF67-62A1-472B-AF1D-87AB51119578}"/>
              </a:ext>
            </a:extLst>
          </p:cNvPr>
          <p:cNvSpPr txBox="1">
            <a:spLocks/>
          </p:cNvSpPr>
          <p:nvPr/>
        </p:nvSpPr>
        <p:spPr>
          <a:xfrm>
            <a:off x="1152523" y="973467"/>
            <a:ext cx="9886950" cy="60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6933" b="1" i="0" u="none" strike="noStrike" cap="none" spc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400" dirty="0"/>
              <a:t>Del dato a la conducta</a:t>
            </a:r>
            <a:endParaRPr lang="es-MX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11C7832-02C8-4EF0-8900-19CF49276CFE}"/>
              </a:ext>
            </a:extLst>
          </p:cNvPr>
          <p:cNvSpPr txBox="1"/>
          <p:nvPr/>
        </p:nvSpPr>
        <p:spPr>
          <a:xfrm>
            <a:off x="2681285" y="5274933"/>
            <a:ext cx="6829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Poppins" panose="00000500000000000000" pitchFamily="2" charset="0"/>
                <a:cs typeface="Poppins" panose="00000500000000000000" pitchFamily="2" charset="0"/>
              </a:rPr>
              <a:t>El punto 3 sale directamente del hallazgo: el 34% de las recaídas ocurre en esa ventana.</a:t>
            </a:r>
            <a:endParaRPr lang="es-AR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17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8210A-B748-443B-9C4D-4FCC9C7E3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2523" y="1019604"/>
            <a:ext cx="9886950" cy="609599"/>
          </a:xfrm>
        </p:spPr>
        <p:txBody>
          <a:bodyPr/>
          <a:lstStyle/>
          <a:p>
            <a:r>
              <a:rPr lang="es-MX" sz="2900" b="1" dirty="0">
                <a:latin typeface="Poppins" panose="00000500000000000000" pitchFamily="2" charset="0"/>
                <a:cs typeface="Poppins" panose="00000500000000000000" pitchFamily="2" charset="0"/>
              </a:rPr>
              <a:t>¿Se puede monitorear esto sin datos clínicos?</a:t>
            </a:r>
            <a:endParaRPr lang="es-AR" sz="29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DE0B4D-C927-4AB3-885E-A8AE5E484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7" y="3684946"/>
            <a:ext cx="9144000" cy="2220554"/>
          </a:xfrm>
        </p:spPr>
        <p:txBody>
          <a:bodyPr/>
          <a:lstStyle/>
          <a:p>
            <a:pPr marL="285750" indent="-285750" algn="l">
              <a:buFontTx/>
              <a:buChar char="-"/>
            </a:pPr>
            <a:r>
              <a:rPr lang="es-MX" sz="1400" dirty="0"/>
              <a:t>La tasa de recaída coincide: 17% contra 16%. El dato más difícil de medir es el que mejor reproduce.</a:t>
            </a:r>
          </a:p>
          <a:p>
            <a:pPr marL="0" indent="0" algn="l"/>
            <a:endParaRPr lang="es-MX" sz="1400" dirty="0"/>
          </a:p>
          <a:p>
            <a:pPr marL="285750" indent="-285750" algn="l">
              <a:buFontTx/>
              <a:buChar char="-"/>
            </a:pPr>
            <a:r>
              <a:rPr lang="es-MX" sz="1400" dirty="0"/>
              <a:t>Las definiciones no son idénticas, UEFA usa ventanas temporales específicas y este trabajo cuenta cualquier repetición del mismo tipo en tres temporadas, así que la coincidencia vale como orden de magnitud.</a:t>
            </a:r>
          </a:p>
          <a:p>
            <a:pPr marL="0" indent="0" algn="l"/>
            <a:endParaRPr lang="es-MX" sz="1400" dirty="0"/>
          </a:p>
          <a:p>
            <a:pPr marL="285750" indent="-285750" algn="l">
              <a:buFontTx/>
              <a:buChar char="-"/>
            </a:pPr>
            <a:r>
              <a:rPr lang="es-MX" sz="1400" dirty="0"/>
              <a:t>La distribución por subtipo sí difiere: UEFA reporta isquiotibiales 37% de las musculares y acá aparecen con 20%. La causa probable es el 45% de casos sin subtipo especificado en los reportes públicos.</a:t>
            </a:r>
            <a:endParaRPr lang="es-AR" sz="1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06CD34F-1230-46E3-9483-4A61B5231EF5}"/>
              </a:ext>
            </a:extLst>
          </p:cNvPr>
          <p:cNvSpPr txBox="1"/>
          <p:nvPr/>
        </p:nvSpPr>
        <p:spPr>
          <a:xfrm>
            <a:off x="3582349" y="187698"/>
            <a:ext cx="5027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Contexto</a:t>
            </a:r>
            <a:endParaRPr lang="es-AR" sz="2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E98B5AB6-3D25-477C-9E22-1D3296CE7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32861"/>
              </p:ext>
            </p:extLst>
          </p:nvPr>
        </p:nvGraphicFramePr>
        <p:xfrm>
          <a:off x="1921665" y="1646730"/>
          <a:ext cx="8348665" cy="1899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215">
                  <a:extLst>
                    <a:ext uri="{9D8B030D-6E8A-4147-A177-3AD203B41FA5}">
                      <a16:colId xmlns:a16="http://schemas.microsoft.com/office/drawing/2014/main" val="1443948213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327680096"/>
                    </a:ext>
                  </a:extLst>
                </a:gridCol>
                <a:gridCol w="3609975">
                  <a:extLst>
                    <a:ext uri="{9D8B030D-6E8A-4147-A177-3AD203B41FA5}">
                      <a16:colId xmlns:a16="http://schemas.microsoft.com/office/drawing/2014/main" val="1741778564"/>
                    </a:ext>
                  </a:extLst>
                </a:gridCol>
              </a:tblGrid>
              <a:tr h="370336">
                <a:tc>
                  <a:txBody>
                    <a:bodyPr/>
                    <a:lstStyle/>
                    <a:p>
                      <a:endParaRPr lang="es-AR" sz="16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Este análisis</a:t>
                      </a:r>
                      <a:endParaRPr lang="es-AR" sz="16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UEFA Elite Club Injury Study</a:t>
                      </a:r>
                      <a:endParaRPr lang="es-AR" sz="16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15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Reportes públicos de clubes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Partes médicos de 54 clubes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780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Recaída muscular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14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% musculares del 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667577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5B943EA8-B3F7-459C-BBEB-92B0723657E7}"/>
              </a:ext>
            </a:extLst>
          </p:cNvPr>
          <p:cNvSpPr txBox="1"/>
          <p:nvPr/>
        </p:nvSpPr>
        <p:spPr>
          <a:xfrm>
            <a:off x="3931444" y="6253490"/>
            <a:ext cx="61102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Ekstrand</a:t>
            </a:r>
            <a:r>
              <a:rPr lang="es-MX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et al., UEFA Elite Club </a:t>
            </a:r>
            <a:r>
              <a:rPr lang="es-MX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Injury</a:t>
            </a:r>
            <a:r>
              <a:rPr lang="es-MX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MX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</a:t>
            </a:r>
            <a:r>
              <a:rPr lang="es-MX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Datos de referencia publicados entre 2018 y 2022.</a:t>
            </a:r>
            <a:endParaRPr lang="es-AR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773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EB96AAF-A738-47EF-8ED8-C62E47513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" y="2210482"/>
            <a:ext cx="4399280" cy="3026886"/>
          </a:xfrm>
        </p:spPr>
        <p:txBody>
          <a:bodyPr>
            <a:normAutofit fontScale="92500"/>
          </a:bodyPr>
          <a:lstStyle/>
          <a:p>
            <a:pPr marL="342900" indent="-342900" algn="l">
              <a:lnSpc>
                <a:spcPct val="110000"/>
              </a:lnSpc>
              <a:buFontTx/>
              <a:buChar char="-"/>
            </a:pPr>
            <a:r>
              <a:rPr lang="es-MX" sz="1800" dirty="0"/>
              <a:t>Agosto (290) está parcialmente inflado por el método: el criterio de 45 días  cuenta como nuevos los episodios arrastrados del receso.</a:t>
            </a:r>
          </a:p>
          <a:p>
            <a:pPr marL="0" indent="0" algn="l">
              <a:lnSpc>
                <a:spcPct val="110000"/>
              </a:lnSpc>
            </a:pPr>
            <a:endParaRPr lang="es-MX" sz="1800" dirty="0"/>
          </a:p>
          <a:p>
            <a:pPr marL="342900" indent="-342900" algn="l">
              <a:lnSpc>
                <a:spcPct val="110000"/>
              </a:lnSpc>
              <a:buFontTx/>
              <a:buChar char="-"/>
            </a:pPr>
            <a:r>
              <a:rPr lang="es-MX" sz="1800" dirty="0"/>
              <a:t>Noviembre (282) no tiene ese problema. Coincide con fecha FIFA y con el tramo  más comprimido del calendario europeo.</a:t>
            </a:r>
            <a:endParaRPr lang="es-AR" sz="1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C253A0-DAF0-418A-8143-7B12B8BB3E1D}"/>
              </a:ext>
            </a:extLst>
          </p:cNvPr>
          <p:cNvSpPr txBox="1"/>
          <p:nvPr/>
        </p:nvSpPr>
        <p:spPr>
          <a:xfrm>
            <a:off x="3582349" y="129883"/>
            <a:ext cx="50272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Distribución mensual</a:t>
            </a:r>
            <a:endParaRPr lang="es-AR" sz="2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69FA985-4B77-4D6F-AD27-CC759848B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5243" y="798986"/>
            <a:ext cx="9886950" cy="609599"/>
          </a:xfrm>
        </p:spPr>
        <p:txBody>
          <a:bodyPr/>
          <a:lstStyle/>
          <a:p>
            <a:r>
              <a:rPr lang="es-MX" sz="2900" b="1" dirty="0">
                <a:latin typeface="Poppins" panose="00000500000000000000" pitchFamily="2" charset="0"/>
                <a:cs typeface="Poppins" panose="00000500000000000000" pitchFamily="2" charset="0"/>
              </a:rPr>
              <a:t>Agosto y noviembre concentran los picos</a:t>
            </a:r>
            <a:endParaRPr lang="es-AR" sz="29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E38622-6490-408E-A18A-68AD89DD73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" t="9592" r="3660"/>
          <a:stretch/>
        </p:blipFill>
        <p:spPr>
          <a:xfrm>
            <a:off x="4277905" y="1585245"/>
            <a:ext cx="7832815" cy="427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6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3E9EBFC-1BF4-4568-95BA-32CF5086B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55698"/>
            <a:ext cx="4592320" cy="3439262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s-MX" sz="1400" dirty="0"/>
              <a:t>Musculares en agosto: </a:t>
            </a:r>
          </a:p>
          <a:p>
            <a:pPr marL="0" indent="0" algn="l"/>
            <a:r>
              <a:rPr lang="es-MX" sz="1400" dirty="0"/>
              <a:t>       67 (2024) → 98 (2025) → 125 (2026).</a:t>
            </a:r>
          </a:p>
          <a:p>
            <a:pPr marL="0" indent="0" algn="l"/>
            <a:endParaRPr lang="es-MX" sz="1400" dirty="0"/>
          </a:p>
          <a:p>
            <a:pPr marL="342900" indent="-342900" algn="l">
              <a:buFontTx/>
              <a:buChar char="-"/>
            </a:pPr>
            <a:r>
              <a:rPr lang="es-MX" sz="1400" dirty="0"/>
              <a:t>En el mismo período, rodilla y tobillo pasaron de 106 a 132 y volvieron a 106.  Si fuera un problema de cobertura de datos, subirían todas las categorías.</a:t>
            </a:r>
          </a:p>
          <a:p>
            <a:pPr marL="0" indent="0" algn="l"/>
            <a:endParaRPr lang="es-MX" sz="1400" dirty="0"/>
          </a:p>
          <a:p>
            <a:pPr marL="342900" indent="-342900" algn="l">
              <a:buFontTx/>
              <a:buChar char="-"/>
            </a:pPr>
            <a:r>
              <a:rPr lang="es-MX" sz="1400" dirty="0"/>
              <a:t>Se probó la hipótesis de los torneos de verano (Mundial de Clubes 2025) y no la explica: los equipos participantes no muestran un  aumento mayor que el resto.</a:t>
            </a:r>
            <a:endParaRPr lang="es-AR" sz="1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B59EE6-8699-457C-9271-E77290793AC3}"/>
              </a:ext>
            </a:extLst>
          </p:cNvPr>
          <p:cNvSpPr txBox="1"/>
          <p:nvPr/>
        </p:nvSpPr>
        <p:spPr>
          <a:xfrm>
            <a:off x="3582349" y="129883"/>
            <a:ext cx="50272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El aumento en agosto</a:t>
            </a:r>
            <a:endParaRPr lang="es-AR" sz="2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EFF33C4-6948-414F-B042-B895936D1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5243" y="798986"/>
            <a:ext cx="9886950" cy="609599"/>
          </a:xfrm>
        </p:spPr>
        <p:txBody>
          <a:bodyPr/>
          <a:lstStyle/>
          <a:p>
            <a:r>
              <a:rPr lang="es-MX" sz="2400" dirty="0"/>
              <a:t>Las musculares de agosto crecieron 87% en dos temporadas</a:t>
            </a:r>
            <a:endParaRPr lang="es-AR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27360C5-A83A-4BA8-9EE5-C4E59FDC17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" t="9260" r="4743" b="1972"/>
          <a:stretch/>
        </p:blipFill>
        <p:spPr>
          <a:xfrm>
            <a:off x="4592320" y="1484022"/>
            <a:ext cx="7670800" cy="438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72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EB96AAF-A738-47EF-8ED8-C62E47513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1267" y="1036793"/>
            <a:ext cx="10029822" cy="2645254"/>
          </a:xfrm>
        </p:spPr>
        <p:txBody>
          <a:bodyPr>
            <a:normAutofit fontScale="70000" lnSpcReduction="20000"/>
          </a:bodyPr>
          <a:lstStyle/>
          <a:p>
            <a:pPr algn="l">
              <a:lnSpc>
                <a:spcPct val="120000"/>
              </a:lnSpc>
              <a:buFontTx/>
              <a:buChar char="-"/>
            </a:pPr>
            <a:r>
              <a:rPr lang="es-MX" sz="1800" dirty="0"/>
              <a:t>No se pueden comparar ligas. Premier especifica el subtipo en el 72% de los  casos y LaLiga solo en el 39%. Las diferencias son de reporte, no clínicas: se descartó que sean un efecto de densidad de calendario, ya que la relación partidos/días es prácticamente igual en las cinco ligas.</a:t>
            </a:r>
          </a:p>
          <a:p>
            <a:pPr marL="152400" indent="0" algn="l">
              <a:lnSpc>
                <a:spcPct val="120000"/>
              </a:lnSpc>
            </a:pPr>
            <a:endParaRPr lang="es-MX" sz="1800" dirty="0"/>
          </a:p>
          <a:p>
            <a:pPr algn="l">
              <a:lnSpc>
                <a:spcPct val="120000"/>
              </a:lnSpc>
              <a:buFontTx/>
              <a:buChar char="-"/>
            </a:pPr>
            <a:r>
              <a:rPr lang="es-MX" sz="1800" dirty="0"/>
              <a:t>La rodilla no se puede desagregar. El 96% de los registros dice únicamente  "</a:t>
            </a:r>
            <a:r>
              <a:rPr lang="es-MX" sz="1800" dirty="0" err="1"/>
              <a:t>Knee</a:t>
            </a:r>
            <a:r>
              <a:rPr lang="es-MX" sz="1800" dirty="0"/>
              <a:t> </a:t>
            </a:r>
            <a:r>
              <a:rPr lang="es-MX" sz="1800" dirty="0" err="1"/>
              <a:t>Injury</a:t>
            </a:r>
            <a:r>
              <a:rPr lang="es-MX" sz="1800" dirty="0"/>
              <a:t>": no se separa un esguince de una rotura de ligamento cruzado.</a:t>
            </a:r>
          </a:p>
          <a:p>
            <a:pPr marL="152400" indent="0" algn="l">
              <a:lnSpc>
                <a:spcPct val="120000"/>
              </a:lnSpc>
            </a:pPr>
            <a:endParaRPr lang="es-MX" sz="1800" dirty="0"/>
          </a:p>
          <a:p>
            <a:pPr algn="l">
              <a:lnSpc>
                <a:spcPct val="120000"/>
              </a:lnSpc>
              <a:buFontTx/>
              <a:buChar char="-"/>
            </a:pPr>
            <a:r>
              <a:rPr lang="es-MX" sz="1800" dirty="0"/>
              <a:t>No hay exposición. Sin minutos jugados no se puede calcular incidencia por  1.000 horas, que es el estándar en epidemiología deportiva.</a:t>
            </a:r>
          </a:p>
          <a:p>
            <a:pPr marL="152400" indent="0" algn="l">
              <a:lnSpc>
                <a:spcPct val="120000"/>
              </a:lnSpc>
            </a:pPr>
            <a:endParaRPr lang="es-MX" sz="1800" dirty="0"/>
          </a:p>
          <a:p>
            <a:pPr algn="l">
              <a:lnSpc>
                <a:spcPct val="120000"/>
              </a:lnSpc>
              <a:buFontTx/>
              <a:buChar char="-"/>
            </a:pPr>
            <a:r>
              <a:rPr lang="es-MX" sz="1800" dirty="0"/>
              <a:t>El 45% de las musculares no tiene subtipo. Y si los clubes son más vagos con  las lesiones graves, ese grupo estaría sesgado hacia casos serios.</a:t>
            </a:r>
            <a:endParaRPr lang="es-AR" sz="1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C253A0-DAF0-418A-8143-7B12B8BB3E1D}"/>
              </a:ext>
            </a:extLst>
          </p:cNvPr>
          <p:cNvSpPr txBox="1"/>
          <p:nvPr/>
        </p:nvSpPr>
        <p:spPr>
          <a:xfrm>
            <a:off x="3582349" y="129883"/>
            <a:ext cx="50272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Limitaciones</a:t>
            </a:r>
            <a:endParaRPr lang="es-AR" sz="2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graphicFrame>
        <p:nvGraphicFramePr>
          <p:cNvPr id="9" name="Tabla 5">
            <a:extLst>
              <a:ext uri="{FF2B5EF4-FFF2-40B4-BE49-F238E27FC236}">
                <a16:creationId xmlns:a16="http://schemas.microsoft.com/office/drawing/2014/main" id="{FFC6AB06-4E2E-4791-BC0D-A8688654E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55647"/>
              </p:ext>
            </p:extLst>
          </p:nvPr>
        </p:nvGraphicFramePr>
        <p:xfrm>
          <a:off x="2162178" y="3682047"/>
          <a:ext cx="8128000" cy="22559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93742">
                  <a:extLst>
                    <a:ext uri="{9D8B030D-6E8A-4147-A177-3AD203B41FA5}">
                      <a16:colId xmlns:a16="http://schemas.microsoft.com/office/drawing/2014/main" val="927332971"/>
                    </a:ext>
                  </a:extLst>
                </a:gridCol>
                <a:gridCol w="4834258">
                  <a:extLst>
                    <a:ext uri="{9D8B030D-6E8A-4147-A177-3AD203B41FA5}">
                      <a16:colId xmlns:a16="http://schemas.microsoft.com/office/drawing/2014/main" val="3931548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LIGA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ESPECIFICACIÓN SUBTIPO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66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Premier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9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 Liga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39%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724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Serie 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59%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911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Bundesliga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48%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178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Ligue 1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64%</a:t>
                      </a:r>
                      <a:endParaRPr lang="es-AR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263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484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EB96AAF-A738-47EF-8ED8-C62E47513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18" y="901700"/>
            <a:ext cx="11005182" cy="5070475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MX" sz="7600" dirty="0"/>
              <a:t>PLANIFICACIÓN DE PLANTEL</a:t>
            </a:r>
          </a:p>
          <a:p>
            <a:pPr marL="0" indent="0">
              <a:lnSpc>
                <a:spcPct val="120000"/>
              </a:lnSpc>
              <a:buNone/>
            </a:pPr>
            <a:endParaRPr lang="es-MX" sz="7600" dirty="0"/>
          </a:p>
          <a:p>
            <a:pPr marL="0" indent="0" algn="l">
              <a:lnSpc>
                <a:spcPct val="120000"/>
              </a:lnSpc>
            </a:pPr>
            <a:r>
              <a:rPr lang="es-MX" sz="6400" dirty="0"/>
              <a:t>Una lesión muscular cuesta 2 o 3 partidos, sin importar el subtipo. El 90% se resuelve en menos de 9. La rodilla tiene mediana similar pero cola larga: uno de cada diez casos supera los 24 partidos.</a:t>
            </a:r>
          </a:p>
          <a:p>
            <a:pPr marL="0" indent="0">
              <a:lnSpc>
                <a:spcPct val="120000"/>
              </a:lnSpc>
              <a:buNone/>
            </a:pPr>
            <a:endParaRPr lang="es-MX" sz="7600" dirty="0"/>
          </a:p>
          <a:p>
            <a:pPr marL="0" indent="0">
              <a:lnSpc>
                <a:spcPct val="120000"/>
              </a:lnSpc>
              <a:buNone/>
            </a:pPr>
            <a:r>
              <a:rPr lang="es-MX" sz="7600" dirty="0"/>
              <a:t>SEGUIMIENTO POST-LESIÓN</a:t>
            </a:r>
          </a:p>
          <a:p>
            <a:pPr marL="0" indent="0">
              <a:lnSpc>
                <a:spcPct val="120000"/>
              </a:lnSpc>
              <a:buNone/>
            </a:pPr>
            <a:endParaRPr lang="es-MX" sz="7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MX" sz="6400" dirty="0"/>
              <a:t>Isquiotibiales y cuádriceps recaen casi el doble que gemelo y aductores. Y en isquiotibiales, un tercio de las recaídas ocurre antes de los 60 días del alta. El riesgo no termina con el alta.</a:t>
            </a:r>
          </a:p>
          <a:p>
            <a:pPr marL="0" indent="0" algn="l">
              <a:lnSpc>
                <a:spcPct val="120000"/>
              </a:lnSpc>
              <a:buNone/>
            </a:pPr>
            <a:endParaRPr lang="es-MX" sz="7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MX" sz="6400" dirty="0"/>
              <a:t>Estos son patrones poblacionales, no criterios clínicos. Sirven para diseñar protocolos de seguimiento, no para decidir sobre un jugador concreto: cada caso tiene su historia y su contexto.</a:t>
            </a:r>
          </a:p>
          <a:p>
            <a:pPr marL="0" indent="0">
              <a:lnSpc>
                <a:spcPct val="120000"/>
              </a:lnSpc>
              <a:buNone/>
            </a:pPr>
            <a:endParaRPr lang="es-MX" sz="7600" dirty="0"/>
          </a:p>
          <a:p>
            <a:pPr marL="0" indent="0">
              <a:lnSpc>
                <a:spcPct val="120000"/>
              </a:lnSpc>
              <a:buNone/>
            </a:pPr>
            <a:r>
              <a:rPr lang="es-MX" sz="7600" dirty="0"/>
              <a:t>CALENDARIO</a:t>
            </a:r>
          </a:p>
          <a:p>
            <a:pPr marL="0" indent="0">
              <a:lnSpc>
                <a:spcPct val="120000"/>
              </a:lnSpc>
              <a:buNone/>
            </a:pPr>
            <a:endParaRPr lang="es-MX" sz="7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MX" sz="6400" dirty="0"/>
              <a:t>Agosto y noviembre concentran los picos. El aumento sostenido de musculares en agosto merece seguimiento: la hipótesis de los torneos de verano no lo explica, pero la tendencia general del fútbol es hacia más competencias y menos descanso: Mundial de Clubes ampliado, más partidos internacionales, calendarios más comprimidos. Verificarlo requiere datos de exposición que esta fuente no tiene.</a:t>
            </a:r>
          </a:p>
          <a:p>
            <a:pPr algn="l">
              <a:buFontTx/>
              <a:buChar char="-"/>
            </a:pPr>
            <a:endParaRPr lang="es-AR" sz="1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C253A0-DAF0-418A-8143-7B12B8BB3E1D}"/>
              </a:ext>
            </a:extLst>
          </p:cNvPr>
          <p:cNvSpPr txBox="1"/>
          <p:nvPr/>
        </p:nvSpPr>
        <p:spPr>
          <a:xfrm>
            <a:off x="3582349" y="129883"/>
            <a:ext cx="50272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Conclusiones</a:t>
            </a:r>
            <a:endParaRPr lang="es-AR" sz="2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63034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EB96AAF-A738-47EF-8ED8-C62E47513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80" y="2052321"/>
            <a:ext cx="10200640" cy="2143759"/>
          </a:xfrm>
        </p:spPr>
        <p:txBody>
          <a:bodyPr>
            <a:normAutofit/>
          </a:bodyPr>
          <a:lstStyle/>
          <a:p>
            <a:pPr algn="l">
              <a:buFontTx/>
              <a:buChar char="-"/>
            </a:pPr>
            <a:r>
              <a:rPr lang="es-MX" sz="1800" dirty="0"/>
              <a:t>Incorporar minutos jugados para calcular incidencia por exposición y modelar  carga acumulada previa a la lesión.</a:t>
            </a:r>
          </a:p>
          <a:p>
            <a:pPr algn="l">
              <a:buFontTx/>
              <a:buChar char="-"/>
            </a:pPr>
            <a:endParaRPr lang="es-MX" sz="1800" dirty="0"/>
          </a:p>
          <a:p>
            <a:pPr algn="l">
              <a:buFontTx/>
              <a:buChar char="-"/>
            </a:pPr>
            <a:r>
              <a:rPr lang="es-MX" sz="1800" dirty="0"/>
              <a:t>Cruzar con densidad de calendario: días de descanso entre partidos.</a:t>
            </a:r>
          </a:p>
          <a:p>
            <a:pPr algn="l">
              <a:buFontTx/>
              <a:buChar char="-"/>
            </a:pPr>
            <a:endParaRPr lang="es-MX" sz="1800" dirty="0"/>
          </a:p>
          <a:p>
            <a:pPr algn="l">
              <a:buFontTx/>
              <a:buChar char="-"/>
            </a:pPr>
            <a:r>
              <a:rPr lang="es-MX" sz="1800" dirty="0"/>
              <a:t>Modelo de riesgo individual: estimar probabilidad de recaída en función del  tiempo transcurrido desde el alta.</a:t>
            </a:r>
            <a:endParaRPr lang="es-AR" sz="1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C253A0-DAF0-418A-8143-7B12B8BB3E1D}"/>
              </a:ext>
            </a:extLst>
          </p:cNvPr>
          <p:cNvSpPr txBox="1"/>
          <p:nvPr/>
        </p:nvSpPr>
        <p:spPr>
          <a:xfrm>
            <a:off x="3582349" y="129883"/>
            <a:ext cx="50272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191919"/>
              </a:buClr>
              <a:buSzPts val="5200"/>
            </a:pPr>
            <a:r>
              <a:rPr lang="es-ES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Líneas futuras</a:t>
            </a:r>
            <a:endParaRPr lang="es-AR" sz="2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28BDED5-4F88-475A-86CB-0A9E43277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725" y="1032524"/>
            <a:ext cx="9886950" cy="609599"/>
          </a:xfrm>
        </p:spPr>
        <p:txBody>
          <a:bodyPr/>
          <a:lstStyle/>
          <a:p>
            <a:r>
              <a:rPr lang="es-MX" sz="2400" dirty="0"/>
              <a:t>Qué sigue</a:t>
            </a:r>
            <a:endParaRPr lang="es-AR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66B157D-C4C5-4D84-BE1A-487A02934F5E}"/>
              </a:ext>
            </a:extLst>
          </p:cNvPr>
          <p:cNvSpPr txBox="1"/>
          <p:nvPr/>
        </p:nvSpPr>
        <p:spPr>
          <a:xfrm>
            <a:off x="0" y="6030093"/>
            <a:ext cx="32715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Poppins" panose="00000500000000000000" pitchFamily="2" charset="0"/>
                <a:cs typeface="Poppins" panose="00000500000000000000" pitchFamily="2" charset="0"/>
              </a:rPr>
              <a:t>Román Demarco </a:t>
            </a:r>
            <a:r>
              <a:rPr lang="es-MX" b="1" dirty="0">
                <a:latin typeface="Poppins" panose="00000500000000000000" pitchFamily="2" charset="0"/>
                <a:cs typeface="Poppins" panose="00000500000000000000" pitchFamily="2" charset="0"/>
                <a:hlinkClick r:id="rId2"/>
              </a:rPr>
              <a:t>romandemarco39@gmail.com</a:t>
            </a:r>
            <a:endParaRPr lang="es-MX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MX" b="1" dirty="0">
                <a:latin typeface="Poppins" panose="00000500000000000000" pitchFamily="2" charset="0"/>
                <a:cs typeface="Poppins" panose="00000500000000000000" pitchFamily="2" charset="0"/>
              </a:rPr>
              <a:t>github.com/</a:t>
            </a:r>
            <a:r>
              <a:rPr lang="es-MX" b="1" dirty="0" err="1">
                <a:latin typeface="Poppins" panose="00000500000000000000" pitchFamily="2" charset="0"/>
                <a:cs typeface="Poppins" panose="00000500000000000000" pitchFamily="2" charset="0"/>
              </a:rPr>
              <a:t>romandemarco</a:t>
            </a:r>
            <a:endParaRPr lang="es-AR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875389"/>
      </p:ext>
    </p:extLst>
  </p:cSld>
  <p:clrMapOvr>
    <a:masterClrMapping/>
  </p:clrMapOvr>
</p:sld>
</file>

<file path=ppt/theme/theme1.xml><?xml version="1.0" encoding="utf-8"?>
<a:theme xmlns:a="http://schemas.openxmlformats.org/drawingml/2006/main" name="Clean and Neat Style Portfolio by Slidesgo">
  <a:themeElements>
    <a:clrScheme name="Simple Light">
      <a:dk1>
        <a:srgbClr val="191919"/>
      </a:dk1>
      <a:lt1>
        <a:srgbClr val="FFFFFF"/>
      </a:lt1>
      <a:dk2>
        <a:srgbClr val="45818E"/>
      </a:dk2>
      <a:lt2>
        <a:srgbClr val="D9D9D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Business Annual Report by Slidesgo">
  <a:themeElements>
    <a:clrScheme name="Simple Light">
      <a:dk1>
        <a:srgbClr val="00094A"/>
      </a:dk1>
      <a:lt1>
        <a:srgbClr val="00649F"/>
      </a:lt1>
      <a:dk2>
        <a:srgbClr val="FEFEFE"/>
      </a:dk2>
      <a:lt2>
        <a:srgbClr val="63DBF5"/>
      </a:lt2>
      <a:accent1>
        <a:srgbClr val="006DF5"/>
      </a:accent1>
      <a:accent2>
        <a:srgbClr val="516CE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9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202A41"/>
    </a:dk1>
    <a:lt1>
      <a:srgbClr val="FFFFFF"/>
    </a:lt1>
    <a:dk2>
      <a:srgbClr val="516988"/>
    </a:dk2>
    <a:lt2>
      <a:srgbClr val="D3E1F1"/>
    </a:lt2>
    <a:accent1>
      <a:srgbClr val="90ABCE"/>
    </a:accent1>
    <a:accent2>
      <a:srgbClr val="6E86A5"/>
    </a:accent2>
    <a:accent3>
      <a:srgbClr val="F5F4F3"/>
    </a:accent3>
    <a:accent4>
      <a:srgbClr val="FFFFFF"/>
    </a:accent4>
    <a:accent5>
      <a:srgbClr val="FFFFFF"/>
    </a:accent5>
    <a:accent6>
      <a:srgbClr val="FFFFFF"/>
    </a:accent6>
    <a:hlink>
      <a:srgbClr val="202A41"/>
    </a:hlink>
    <a:folHlink>
      <a:srgbClr val="0097A7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3EADA5-356D-4CC2-9888-525123DD918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5862a89-dc16-4a60-aeb9-4d44843e733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Clean and Neat Style Portfolio by Slidesgo</Template>
  <TotalTime>2636</TotalTime>
  <Words>1714</Words>
  <Application>Microsoft Office PowerPoint</Application>
  <PresentationFormat>Panorámica</PresentationFormat>
  <Paragraphs>235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18</vt:i4>
      </vt:variant>
    </vt:vector>
  </HeadingPairs>
  <TitlesOfParts>
    <vt:vector size="33" baseType="lpstr">
      <vt:lpstr>Arial</vt:lpstr>
      <vt:lpstr>Calibri</vt:lpstr>
      <vt:lpstr>Maven Pro</vt:lpstr>
      <vt:lpstr>Montserrat</vt:lpstr>
      <vt:lpstr>Nunito Light</vt:lpstr>
      <vt:lpstr>Poppins</vt:lpstr>
      <vt:lpstr>Proxima Nova</vt:lpstr>
      <vt:lpstr>Proxima Nova Semibold</vt:lpstr>
      <vt:lpstr>PT Sans</vt:lpstr>
      <vt:lpstr>Clean and Neat Style Portfolio by Slidesgo</vt:lpstr>
      <vt:lpstr>Slidesgo Final Pages</vt:lpstr>
      <vt:lpstr>Industrial Preliminary Project by Slidesgo</vt:lpstr>
      <vt:lpstr>1_Slidesgo Final Pages</vt:lpstr>
      <vt:lpstr>Business Annual Report by Slidesgo</vt:lpstr>
      <vt:lpstr>2_Slidesgo Final Pages</vt:lpstr>
      <vt:lpstr>LESIONES MUSCULARES EN EL FÚTBOL EUROPEO</vt:lpstr>
      <vt:lpstr>¿Todas las lesiones musculares son iguales?</vt:lpstr>
      <vt:lpstr>31.203 registros, cinco ligas, tres temporadas</vt:lpstr>
      <vt:lpstr>Las musculares son el 39% de los episodios</vt:lpstr>
      <vt:lpstr>Presentación de PowerPoint</vt:lpstr>
      <vt:lpstr>¿Medir en partidos o en días?</vt:lpstr>
      <vt:lpstr>Los cuatro subtipos musculares duran lo mismo</vt:lpstr>
      <vt:lpstr> </vt:lpstr>
      <vt:lpstr>¿Por qué los isquiotibiales recaen más?</vt:lpstr>
      <vt:lpstr>Presentación de PowerPoint</vt:lpstr>
      <vt:lpstr>Presentación de PowerPoint</vt:lpstr>
      <vt:lpstr>Presentación de PowerPoint</vt:lpstr>
      <vt:lpstr>¿Se puede monitorear esto sin datos clínicos?</vt:lpstr>
      <vt:lpstr>Agosto y noviembre concentran los picos</vt:lpstr>
      <vt:lpstr>Las musculares de agosto crecieron 87% en dos temporadas</vt:lpstr>
      <vt:lpstr>Presentación de PowerPoint</vt:lpstr>
      <vt:lpstr>Presentación de PowerPoint</vt:lpstr>
      <vt:lpstr>Qué sigue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LESIONES MUSCULARES EN EL FÚTBOL EUROPEO</dc:title>
  <dc:creator>Roman Demarco</dc:creator>
  <cp:lastModifiedBy>Roman Demarco</cp:lastModifiedBy>
  <cp:revision>33</cp:revision>
  <dcterms:created xsi:type="dcterms:W3CDTF">2026-09-12T01:22:38Z</dcterms:created>
  <dcterms:modified xsi:type="dcterms:W3CDTF">2026-09-16T16:53:26Z</dcterms:modified>
</cp:coreProperties>
</file>